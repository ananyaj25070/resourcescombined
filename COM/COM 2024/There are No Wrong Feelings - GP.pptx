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Rubik Medium"/>
      <p:regular r:id="rId14"/>
      <p:bold r:id="rId15"/>
      <p:italic r:id="rId16"/>
      <p:boldItalic r:id="rId17"/>
    </p:embeddedFont>
    <p:embeddedFont>
      <p:font typeface="Rubik Light"/>
      <p:regular r:id="rId18"/>
      <p:bold r:id="rId19"/>
      <p:italic r:id="rId20"/>
      <p:boldItalic r:id="rId21"/>
    </p:embeddedFont>
    <p:embeddedFont>
      <p:font typeface="Rubik Black"/>
      <p:bold r:id="rId22"/>
      <p:boldItalic r:id="rId23"/>
    </p:embeddedFont>
    <p:embeddedFont>
      <p:font typeface="UnifrakturMaguntia"/>
      <p:regular r:id="rId24"/>
    </p:embeddedFont>
    <p:embeddedFont>
      <p:font typeface="Rubik"/>
      <p:regular r:id="rId25"/>
      <p:bold r:id="rId26"/>
      <p:italic r:id="rId27"/>
      <p:boldItalic r:id="rId28"/>
    </p:embeddedFont>
    <p:embeddedFont>
      <p:font typeface="Rubik SemiBold"/>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ubikLight-italic.fntdata"/><Relationship Id="rId22" Type="http://schemas.openxmlformats.org/officeDocument/2006/relationships/font" Target="fonts/RubikBlack-bold.fntdata"/><Relationship Id="rId21" Type="http://schemas.openxmlformats.org/officeDocument/2006/relationships/font" Target="fonts/RubikLight-boldItalic.fntdata"/><Relationship Id="rId24" Type="http://schemas.openxmlformats.org/officeDocument/2006/relationships/font" Target="fonts/UnifrakturMaguntia-regular.fntdata"/><Relationship Id="rId23" Type="http://schemas.openxmlformats.org/officeDocument/2006/relationships/font" Target="fonts/RubikBlack-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ubik-bold.fntdata"/><Relationship Id="rId25" Type="http://schemas.openxmlformats.org/officeDocument/2006/relationships/font" Target="fonts/Rubik-regular.fntdata"/><Relationship Id="rId28" Type="http://schemas.openxmlformats.org/officeDocument/2006/relationships/font" Target="fonts/Rubik-boldItalic.fntdata"/><Relationship Id="rId27" Type="http://schemas.openxmlformats.org/officeDocument/2006/relationships/font" Target="fonts/Rubik-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ubikSemiBold-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ubikSemiBold-italic.fntdata"/><Relationship Id="rId30" Type="http://schemas.openxmlformats.org/officeDocument/2006/relationships/font" Target="fonts/RubikSemiBold-bold.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RubikSemiBold-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RubikMedium-bold.fntdata"/><Relationship Id="rId14" Type="http://schemas.openxmlformats.org/officeDocument/2006/relationships/font" Target="fonts/RubikMedium-regular.fntdata"/><Relationship Id="rId17" Type="http://schemas.openxmlformats.org/officeDocument/2006/relationships/font" Target="fonts/RubikMedium-boldItalic.fntdata"/><Relationship Id="rId16" Type="http://schemas.openxmlformats.org/officeDocument/2006/relationships/font" Target="fonts/RubikMedium-italic.fntdata"/><Relationship Id="rId19" Type="http://schemas.openxmlformats.org/officeDocument/2006/relationships/font" Target="fonts/RubikLight-bold.fntdata"/><Relationship Id="rId18" Type="http://schemas.openxmlformats.org/officeDocument/2006/relationships/font" Target="fonts/Rubik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1add5f1ff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1add5f1ff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2614df8efc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2614df8efc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506eb44d7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506eb44d7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504ca91c4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504ca91c4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27092d2438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27092d2438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1add5f1ffd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1add5f1ffd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5113941ac7_2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5113941ac7_2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504ca91c40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504ca91c40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1add5f1ff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1add5f1ff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0" name="Google Shape;10;p2"/>
          <p:cNvSpPr txBox="1"/>
          <p:nvPr>
            <p:ph type="ctrTitle"/>
          </p:nvPr>
        </p:nvSpPr>
        <p:spPr>
          <a:xfrm>
            <a:off x="1548850" y="540000"/>
            <a:ext cx="6045900" cy="2010900"/>
          </a:xfrm>
          <a:prstGeom prst="rect">
            <a:avLst/>
          </a:prstGeom>
        </p:spPr>
        <p:txBody>
          <a:bodyPr anchorCtr="0" anchor="ctr" bIns="91425" lIns="91425" spcFirstLastPara="1" rIns="91425" wrap="square" tIns="91425">
            <a:noAutofit/>
          </a:bodyPr>
          <a:lstStyle>
            <a:lvl1pPr lvl="0" algn="ctr">
              <a:lnSpc>
                <a:spcPct val="70000"/>
              </a:lnSpc>
              <a:spcBef>
                <a:spcPts val="0"/>
              </a:spcBef>
              <a:spcAft>
                <a:spcPts val="0"/>
              </a:spcAft>
              <a:buSzPts val="5200"/>
              <a:buNone/>
              <a:defRPr sz="10000">
                <a:solidFill>
                  <a:schemeClr val="lt1"/>
                </a:solidFill>
                <a:latin typeface="UnifrakturMaguntia"/>
                <a:ea typeface="UnifrakturMaguntia"/>
                <a:cs typeface="UnifrakturMaguntia"/>
                <a:sym typeface="UnifrakturMaguntia"/>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969300" y="2663325"/>
            <a:ext cx="5205000" cy="4485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solidFill>
                  <a:schemeClr val="lt1"/>
                </a:solidFill>
                <a:latin typeface="Rubik"/>
                <a:ea typeface="Rubik"/>
                <a:cs typeface="Rubik"/>
                <a:sym typeface="Rubik"/>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4" name="Google Shape;14;p3"/>
          <p:cNvSpPr txBox="1"/>
          <p:nvPr>
            <p:ph type="title"/>
          </p:nvPr>
        </p:nvSpPr>
        <p:spPr>
          <a:xfrm>
            <a:off x="721650" y="2490465"/>
            <a:ext cx="7704000" cy="938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8000">
                <a:solidFill>
                  <a:schemeClr val="lt1"/>
                </a:solidFill>
                <a:latin typeface="UnifrakturMaguntia"/>
                <a:ea typeface="UnifrakturMaguntia"/>
                <a:cs typeface="UnifrakturMaguntia"/>
                <a:sym typeface="UnifrakturMaguntia"/>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2" type="title"/>
          </p:nvPr>
        </p:nvSpPr>
        <p:spPr>
          <a:xfrm>
            <a:off x="1015725" y="3675300"/>
            <a:ext cx="7109700" cy="4464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lt1"/>
              </a:buClr>
              <a:buSzPts val="4000"/>
              <a:buFont typeface="Rubik"/>
              <a:buNone/>
              <a:defRPr sz="1800">
                <a:solidFill>
                  <a:schemeClr val="lt1"/>
                </a:solidFill>
                <a:latin typeface="Rubik"/>
                <a:ea typeface="Rubik"/>
                <a:cs typeface="Rubik"/>
                <a:sym typeface="Rubik"/>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6" name="Google Shape;16;p3"/>
          <p:cNvSpPr txBox="1"/>
          <p:nvPr>
            <p:ph hasCustomPrompt="1" idx="3" type="title"/>
          </p:nvPr>
        </p:nvSpPr>
        <p:spPr>
          <a:xfrm>
            <a:off x="1011100" y="1021975"/>
            <a:ext cx="1242300" cy="1207800"/>
          </a:xfrm>
          <a:prstGeom prst="rect">
            <a:avLst/>
          </a:prstGeom>
        </p:spPr>
        <p:txBody>
          <a:bodyPr anchorCtr="0" anchor="ctr" bIns="91425" lIns="91425" spcFirstLastPara="1" rIns="91425" wrap="square" tIns="91425">
            <a:noAutofit/>
          </a:bodyPr>
          <a:lstStyle>
            <a:lvl1pPr lvl="0" rtl="0" algn="ctr">
              <a:lnSpc>
                <a:spcPct val="200000"/>
              </a:lnSpc>
              <a:spcBef>
                <a:spcPts val="0"/>
              </a:spcBef>
              <a:spcAft>
                <a:spcPts val="0"/>
              </a:spcAft>
              <a:buSzPts val="5000"/>
              <a:buNone/>
              <a:defRPr sz="80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1"/>
        </a:solidFill>
      </p:bgPr>
    </p:bg>
    <p:spTree>
      <p:nvGrpSpPr>
        <p:cNvPr id="17" name="Shape 17"/>
        <p:cNvGrpSpPr/>
        <p:nvPr/>
      </p:nvGrpSpPr>
      <p:grpSpPr>
        <a:xfrm>
          <a:off x="0" y="0"/>
          <a:ext cx="0" cy="0"/>
          <a:chOff x="0" y="0"/>
          <a:chExt cx="0" cy="0"/>
        </a:xfrm>
      </p:grpSpPr>
      <p:pic>
        <p:nvPicPr>
          <p:cNvPr id="18" name="Google Shape;18;p4"/>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9" name="Google Shape;19;p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0" name="Google Shape;20;p4"/>
          <p:cNvSpPr txBox="1"/>
          <p:nvPr>
            <p:ph idx="1" type="body"/>
          </p:nvPr>
        </p:nvSpPr>
        <p:spPr>
          <a:xfrm>
            <a:off x="720000" y="1017725"/>
            <a:ext cx="7704000" cy="3551100"/>
          </a:xfrm>
          <a:prstGeom prst="rect">
            <a:avLst/>
          </a:prstGeom>
        </p:spPr>
        <p:txBody>
          <a:bodyPr anchorCtr="0" anchor="ctr" bIns="91425" lIns="91425" spcFirstLastPara="1" rIns="91425" wrap="square" tIns="91425">
            <a:noAutofit/>
          </a:bodyPr>
          <a:lstStyle>
            <a:lvl1pPr indent="-304800" lvl="0" marL="457200">
              <a:lnSpc>
                <a:spcPct val="100000"/>
              </a:lnSpc>
              <a:spcBef>
                <a:spcPts val="0"/>
              </a:spcBef>
              <a:spcAft>
                <a:spcPts val="0"/>
              </a:spcAft>
              <a:buClr>
                <a:srgbClr val="434343"/>
              </a:buClr>
              <a:buSzPts val="1200"/>
              <a:buFont typeface="Rubik"/>
              <a:buAutoNum type="arabicPeriod"/>
              <a:defRPr sz="1100">
                <a:latin typeface="Rubik Light"/>
                <a:ea typeface="Rubik Light"/>
                <a:cs typeface="Rubik Light"/>
                <a:sym typeface="Rubik Light"/>
              </a:defRPr>
            </a:lvl1pPr>
            <a:lvl2pPr indent="-304800" lvl="1" marL="914400">
              <a:spcBef>
                <a:spcPts val="0"/>
              </a:spcBef>
              <a:spcAft>
                <a:spcPts val="0"/>
              </a:spcAft>
              <a:buClr>
                <a:srgbClr val="434343"/>
              </a:buClr>
              <a:buSzPts val="1200"/>
              <a:buFont typeface="Roboto Condensed Light"/>
              <a:buAutoNum type="alphaLcPeriod"/>
              <a:defRPr/>
            </a:lvl2pPr>
            <a:lvl3pPr indent="-304800" lvl="2" marL="1371600">
              <a:spcBef>
                <a:spcPts val="0"/>
              </a:spcBef>
              <a:spcAft>
                <a:spcPts val="0"/>
              </a:spcAft>
              <a:buClr>
                <a:srgbClr val="434343"/>
              </a:buClr>
              <a:buSzPts val="1200"/>
              <a:buFont typeface="Roboto Condensed Light"/>
              <a:buAutoNum type="romanLcPeriod"/>
              <a:defRPr/>
            </a:lvl3pPr>
            <a:lvl4pPr indent="-304800" lvl="3" marL="1828800">
              <a:spcBef>
                <a:spcPts val="0"/>
              </a:spcBef>
              <a:spcAft>
                <a:spcPts val="0"/>
              </a:spcAft>
              <a:buClr>
                <a:srgbClr val="434343"/>
              </a:buClr>
              <a:buSzPts val="1200"/>
              <a:buFont typeface="Roboto Condensed Light"/>
              <a:buAutoNum type="arabicPeriod"/>
              <a:defRPr/>
            </a:lvl4pPr>
            <a:lvl5pPr indent="-304800" lvl="4" marL="2286000">
              <a:spcBef>
                <a:spcPts val="0"/>
              </a:spcBef>
              <a:spcAft>
                <a:spcPts val="0"/>
              </a:spcAft>
              <a:buClr>
                <a:srgbClr val="434343"/>
              </a:buClr>
              <a:buSzPts val="1200"/>
              <a:buFont typeface="Roboto Condensed Light"/>
              <a:buAutoNum type="alphaLcPeriod"/>
              <a:defRPr/>
            </a:lvl5pPr>
            <a:lvl6pPr indent="-304800" lvl="5" marL="2743200">
              <a:spcBef>
                <a:spcPts val="0"/>
              </a:spcBef>
              <a:spcAft>
                <a:spcPts val="0"/>
              </a:spcAft>
              <a:buClr>
                <a:srgbClr val="434343"/>
              </a:buClr>
              <a:buSzPts val="1200"/>
              <a:buFont typeface="Roboto Condensed Light"/>
              <a:buAutoNum type="romanLcPeriod"/>
              <a:defRPr/>
            </a:lvl6pPr>
            <a:lvl7pPr indent="-304800" lvl="6" marL="3200400">
              <a:spcBef>
                <a:spcPts val="0"/>
              </a:spcBef>
              <a:spcAft>
                <a:spcPts val="0"/>
              </a:spcAft>
              <a:buClr>
                <a:srgbClr val="434343"/>
              </a:buClr>
              <a:buSzPts val="1200"/>
              <a:buFont typeface="Roboto Condensed Light"/>
              <a:buAutoNum type="arabicPeriod"/>
              <a:defRPr/>
            </a:lvl7pPr>
            <a:lvl8pPr indent="-304800" lvl="7" marL="3657600">
              <a:spcBef>
                <a:spcPts val="0"/>
              </a:spcBef>
              <a:spcAft>
                <a:spcPts val="0"/>
              </a:spcAft>
              <a:buClr>
                <a:srgbClr val="434343"/>
              </a:buClr>
              <a:buSzPts val="1200"/>
              <a:buFont typeface="Roboto Condensed Light"/>
              <a:buAutoNum type="alphaLcPeriod"/>
              <a:defRPr/>
            </a:lvl8pPr>
            <a:lvl9pPr indent="-304800" lvl="8" marL="4114800">
              <a:spcBef>
                <a:spcPts val="0"/>
              </a:spcBef>
              <a:spcAft>
                <a:spcPts val="0"/>
              </a:spcAft>
              <a:buClr>
                <a:srgbClr val="434343"/>
              </a:buClr>
              <a:buSzPts val="1200"/>
              <a:buFont typeface="Roboto Condensed Light"/>
              <a:buAutoNum type="romanLcPerio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1"/>
        </a:solidFill>
      </p:bgPr>
    </p:bg>
    <p:spTree>
      <p:nvGrpSpPr>
        <p:cNvPr id="21" name="Shape 21"/>
        <p:cNvGrpSpPr/>
        <p:nvPr/>
      </p:nvGrpSpPr>
      <p:grpSpPr>
        <a:xfrm>
          <a:off x="0" y="0"/>
          <a:ext cx="0" cy="0"/>
          <a:chOff x="0" y="0"/>
          <a:chExt cx="0" cy="0"/>
        </a:xfrm>
      </p:grpSpPr>
      <p:pic>
        <p:nvPicPr>
          <p:cNvPr id="22" name="Google Shape;22;p5"/>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23" name="Google Shape;23;p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solidFill>
                  <a:schemeClr val="lt1"/>
                </a:solidFill>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4" name="Google Shape;24;p5"/>
          <p:cNvSpPr txBox="1"/>
          <p:nvPr>
            <p:ph idx="1" type="subTitle"/>
          </p:nvPr>
        </p:nvSpPr>
        <p:spPr>
          <a:xfrm>
            <a:off x="719988" y="1623750"/>
            <a:ext cx="3489300" cy="483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800"/>
              <a:buNone/>
              <a:defRPr sz="1400">
                <a:solidFill>
                  <a:schemeClr val="lt1"/>
                </a:solidFill>
                <a:latin typeface="Rubik Light"/>
                <a:ea typeface="Rubik Light"/>
                <a:cs typeface="Rubik Light"/>
                <a:sym typeface="Rubi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2" type="subTitle"/>
          </p:nvPr>
        </p:nvSpPr>
        <p:spPr>
          <a:xfrm>
            <a:off x="4933938" y="4083525"/>
            <a:ext cx="3489300" cy="48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6" name="Google Shape;26;p5"/>
          <p:cNvSpPr txBox="1"/>
          <p:nvPr>
            <p:ph idx="3" type="title"/>
          </p:nvPr>
        </p:nvSpPr>
        <p:spPr>
          <a:xfrm>
            <a:off x="719988" y="1244738"/>
            <a:ext cx="3489300" cy="378900"/>
          </a:xfrm>
          <a:prstGeom prst="rect">
            <a:avLst/>
          </a:prstGeom>
        </p:spPr>
        <p:txBody>
          <a:bodyPr anchorCtr="0" anchor="ctr" bIns="91425" lIns="91425" spcFirstLastPara="1" rIns="91425" wrap="square" tIns="91425">
            <a:noAutofit/>
          </a:bodyPr>
          <a:lstStyle>
            <a:lvl1pPr lvl="0" algn="r">
              <a:spcBef>
                <a:spcPts val="0"/>
              </a:spcBef>
              <a:spcAft>
                <a:spcPts val="0"/>
              </a:spcAft>
              <a:buSzPts val="4000"/>
              <a:buNone/>
              <a:defRPr b="1" sz="2000">
                <a:solidFill>
                  <a:schemeClr val="lt1"/>
                </a:solidFill>
                <a:latin typeface="Rubik"/>
                <a:ea typeface="Rubik"/>
                <a:cs typeface="Rubik"/>
                <a:sym typeface="Rubik"/>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7" name="Google Shape;27;p5"/>
          <p:cNvSpPr txBox="1"/>
          <p:nvPr>
            <p:ph idx="4" type="title"/>
          </p:nvPr>
        </p:nvSpPr>
        <p:spPr>
          <a:xfrm>
            <a:off x="4933938" y="3704525"/>
            <a:ext cx="3489300" cy="3789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28" name="Shape 28"/>
        <p:cNvGrpSpPr/>
        <p:nvPr/>
      </p:nvGrpSpPr>
      <p:grpSpPr>
        <a:xfrm>
          <a:off x="0" y="0"/>
          <a:ext cx="0" cy="0"/>
          <a:chOff x="0" y="0"/>
          <a:chExt cx="0" cy="0"/>
        </a:xfrm>
      </p:grpSpPr>
      <p:pic>
        <p:nvPicPr>
          <p:cNvPr id="29" name="Google Shape;29;p6"/>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30" name="Google Shape;30;p6"/>
          <p:cNvSpPr txBox="1"/>
          <p:nvPr>
            <p:ph type="title"/>
          </p:nvPr>
        </p:nvSpPr>
        <p:spPr>
          <a:xfrm>
            <a:off x="720000" y="445000"/>
            <a:ext cx="7704000" cy="5727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dk1"/>
        </a:solidFill>
      </p:bgPr>
    </p:bg>
    <p:spTree>
      <p:nvGrpSpPr>
        <p:cNvPr id="31" name="Shape 31"/>
        <p:cNvGrpSpPr/>
        <p:nvPr/>
      </p:nvGrpSpPr>
      <p:grpSpPr>
        <a:xfrm>
          <a:off x="0" y="0"/>
          <a:ext cx="0" cy="0"/>
          <a:chOff x="0" y="0"/>
          <a:chExt cx="0" cy="0"/>
        </a:xfrm>
      </p:grpSpPr>
      <p:pic>
        <p:nvPicPr>
          <p:cNvPr id="32" name="Google Shape;32;p7"/>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33" name="Google Shape;33;p7"/>
          <p:cNvSpPr txBox="1"/>
          <p:nvPr>
            <p:ph idx="1" type="body"/>
          </p:nvPr>
        </p:nvSpPr>
        <p:spPr>
          <a:xfrm>
            <a:off x="720000" y="1083175"/>
            <a:ext cx="4319400" cy="27486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sz="1400">
                <a:latin typeface="Rubik Light"/>
                <a:ea typeface="Rubik Light"/>
                <a:cs typeface="Rubik Light"/>
                <a:sym typeface="Rubik Light"/>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35" name="Shape 35"/>
        <p:cNvGrpSpPr/>
        <p:nvPr/>
      </p:nvGrpSpPr>
      <p:grpSpPr>
        <a:xfrm>
          <a:off x="0" y="0"/>
          <a:ext cx="0" cy="0"/>
          <a:chOff x="0" y="0"/>
          <a:chExt cx="0" cy="0"/>
        </a:xfrm>
      </p:grpSpPr>
      <p:pic>
        <p:nvPicPr>
          <p:cNvPr id="36" name="Google Shape;36;p8"/>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37" name="Google Shape;37;p8"/>
          <p:cNvSpPr txBox="1"/>
          <p:nvPr>
            <p:ph type="title"/>
          </p:nvPr>
        </p:nvSpPr>
        <p:spPr>
          <a:xfrm>
            <a:off x="2704850" y="1075775"/>
            <a:ext cx="4340700" cy="2992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Font typeface="UnifrakturMaguntia"/>
              <a:buNone/>
              <a:defRPr sz="10000">
                <a:solidFill>
                  <a:schemeClr val="lt1"/>
                </a:solidFill>
                <a:latin typeface="UnifrakturMaguntia"/>
                <a:ea typeface="UnifrakturMaguntia"/>
                <a:cs typeface="UnifrakturMaguntia"/>
                <a:sym typeface="UnifrakturMagunti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38" name="Shape 38"/>
        <p:cNvGrpSpPr/>
        <p:nvPr/>
      </p:nvGrpSpPr>
      <p:grpSpPr>
        <a:xfrm>
          <a:off x="0" y="0"/>
          <a:ext cx="0" cy="0"/>
          <a:chOff x="0" y="0"/>
          <a:chExt cx="0" cy="0"/>
        </a:xfrm>
      </p:grpSpPr>
      <p:pic>
        <p:nvPicPr>
          <p:cNvPr id="39" name="Google Shape;39;p9"/>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40" name="Google Shape;40;p9"/>
          <p:cNvSpPr txBox="1"/>
          <p:nvPr>
            <p:ph type="title"/>
          </p:nvPr>
        </p:nvSpPr>
        <p:spPr>
          <a:xfrm>
            <a:off x="3234388" y="1318325"/>
            <a:ext cx="3680100" cy="5724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5000">
                <a:solidFill>
                  <a:schemeClr val="lt1"/>
                </a:solidFill>
                <a:latin typeface="UnifrakturMaguntia"/>
                <a:ea typeface="UnifrakturMaguntia"/>
                <a:cs typeface="UnifrakturMaguntia"/>
                <a:sym typeface="UnifrakturMaguntia"/>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1" name="Google Shape;41;p9"/>
          <p:cNvSpPr txBox="1"/>
          <p:nvPr>
            <p:ph idx="1" type="subTitle"/>
          </p:nvPr>
        </p:nvSpPr>
        <p:spPr>
          <a:xfrm>
            <a:off x="3234388" y="2111575"/>
            <a:ext cx="3680100" cy="171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100"/>
              <a:buNone/>
              <a:defRPr sz="1600">
                <a:solidFill>
                  <a:schemeClr val="lt1"/>
                </a:solidFill>
                <a:latin typeface="Rubik Light"/>
                <a:ea typeface="Rubik Light"/>
                <a:cs typeface="Rubik Light"/>
                <a:sym typeface="Rubik Ligh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dk1"/>
        </a:solidFill>
      </p:bgPr>
    </p:bg>
    <p:spTree>
      <p:nvGrpSpPr>
        <p:cNvPr id="42" name="Shape 42"/>
        <p:cNvGrpSpPr/>
        <p:nvPr/>
      </p:nvGrpSpPr>
      <p:grpSpPr>
        <a:xfrm>
          <a:off x="0" y="0"/>
          <a:ext cx="0" cy="0"/>
          <a:chOff x="0" y="0"/>
          <a:chExt cx="0" cy="0"/>
        </a:xfrm>
      </p:grpSpPr>
      <p:sp>
        <p:nvSpPr>
          <p:cNvPr id="43" name="Google Shape;43;p10"/>
          <p:cNvSpPr txBox="1"/>
          <p:nvPr>
            <p:ph idx="1" type="body"/>
          </p:nvPr>
        </p:nvSpPr>
        <p:spPr>
          <a:xfrm>
            <a:off x="720000" y="3998400"/>
            <a:ext cx="7704000" cy="605100"/>
          </a:xfrm>
          <a:prstGeom prst="rect">
            <a:avLst/>
          </a:prstGeom>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800"/>
              <a:buNone/>
              <a:defRPr sz="4000">
                <a:solidFill>
                  <a:schemeClr val="lt1"/>
                </a:solidFill>
                <a:latin typeface="UnifrakturMaguntia"/>
                <a:ea typeface="UnifrakturMaguntia"/>
                <a:cs typeface="UnifrakturMaguntia"/>
                <a:sym typeface="UnifrakturMaguntia"/>
              </a:defRPr>
            </a:lvl1pPr>
          </a:lstStyle>
          <a:p/>
        </p:txBody>
      </p:sp>
      <p:pic>
        <p:nvPicPr>
          <p:cNvPr id="44" name="Google Shape;44;p10"/>
          <p:cNvPicPr preferRelativeResize="0"/>
          <p:nvPr/>
        </p:nvPicPr>
        <p:blipFill>
          <a:blip r:embed="rId2">
            <a:alphaModFix amt="33000"/>
          </a:blip>
          <a:stretch>
            <a:fillRect/>
          </a:stretch>
        </p:blipFill>
        <p:spPr>
          <a:xfrm>
            <a:off x="0" y="0"/>
            <a:ext cx="9144003" cy="51434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45" name="Shape 45"/>
        <p:cNvGrpSpPr/>
        <p:nvPr/>
      </p:nvGrpSpPr>
      <p:grpSpPr>
        <a:xfrm>
          <a:off x="0" y="0"/>
          <a:ext cx="0" cy="0"/>
          <a:chOff x="0" y="0"/>
          <a:chExt cx="0" cy="0"/>
        </a:xfrm>
      </p:grpSpPr>
      <p:pic>
        <p:nvPicPr>
          <p:cNvPr id="46" name="Google Shape;46;p11"/>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47" name="Google Shape;47;p11"/>
          <p:cNvSpPr txBox="1"/>
          <p:nvPr>
            <p:ph hasCustomPrompt="1" type="title"/>
          </p:nvPr>
        </p:nvSpPr>
        <p:spPr>
          <a:xfrm>
            <a:off x="716400" y="1501425"/>
            <a:ext cx="6127200" cy="1755300"/>
          </a:xfrm>
          <a:prstGeom prst="rect">
            <a:avLst/>
          </a:prstGeom>
        </p:spPr>
        <p:txBody>
          <a:bodyPr anchorCtr="0" anchor="ctr" bIns="91425" lIns="91425" spcFirstLastPara="1" rIns="91425" wrap="square" tIns="91425">
            <a:noAutofit/>
          </a:bodyPr>
          <a:lstStyle>
            <a:lvl1pPr lvl="0">
              <a:lnSpc>
                <a:spcPct val="200000"/>
              </a:lnSpc>
              <a:spcBef>
                <a:spcPts val="0"/>
              </a:spcBef>
              <a:spcAft>
                <a:spcPts val="0"/>
              </a:spcAft>
              <a:buSzPts val="12000"/>
              <a:buNone/>
              <a:defRPr sz="10000">
                <a:solidFill>
                  <a:schemeClr val="lt1"/>
                </a:solidFill>
                <a:latin typeface="UnifrakturMaguntia"/>
                <a:ea typeface="UnifrakturMaguntia"/>
                <a:cs typeface="UnifrakturMaguntia"/>
                <a:sym typeface="UnifrakturMaguntia"/>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716400" y="3339250"/>
            <a:ext cx="6127200" cy="4509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Font typeface="Rubik"/>
              <a:buChar char="●"/>
              <a:defRPr>
                <a:solidFill>
                  <a:schemeClr val="lt1"/>
                </a:solidFill>
                <a:latin typeface="Rubik"/>
                <a:ea typeface="Rubik"/>
                <a:cs typeface="Rubik"/>
                <a:sym typeface="Rubik"/>
              </a:defRPr>
            </a:lvl1pPr>
            <a:lvl2pPr indent="-342900" lvl="1" marL="91440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2pPr>
            <a:lvl3pPr indent="-342900" lvl="2" marL="137160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3pPr>
            <a:lvl4pPr indent="-342900" lvl="3" marL="182880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4pPr>
            <a:lvl5pPr indent="-342900" lvl="4" marL="228600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5pPr>
            <a:lvl6pPr indent="-342900" lvl="5" marL="274320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6pPr>
            <a:lvl7pPr indent="-342900" lvl="6" marL="320040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7pPr>
            <a:lvl8pPr indent="-342900" lvl="7" marL="365760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8pPr>
            <a:lvl9pPr indent="-342900" lvl="8" marL="411480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9">
    <p:bg>
      <p:bgPr>
        <a:solidFill>
          <a:schemeClr val="dk1"/>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52" name="Google Shape;52;p13"/>
          <p:cNvSpPr txBox="1"/>
          <p:nvPr>
            <p:ph type="title"/>
          </p:nvPr>
        </p:nvSpPr>
        <p:spPr>
          <a:xfrm>
            <a:off x="2549100" y="1583250"/>
            <a:ext cx="4146600" cy="1858500"/>
          </a:xfrm>
          <a:prstGeom prst="rect">
            <a:avLst/>
          </a:prstGeom>
        </p:spPr>
        <p:txBody>
          <a:bodyPr anchorCtr="0" anchor="ctr" bIns="91425" lIns="91425" spcFirstLastPara="1" rIns="91425" wrap="square" tIns="91425">
            <a:noAutofit/>
          </a:bodyPr>
          <a:lstStyle>
            <a:lvl1pPr lvl="0" rtl="0">
              <a:lnSpc>
                <a:spcPct val="70000"/>
              </a:lnSpc>
              <a:spcBef>
                <a:spcPts val="0"/>
              </a:spcBef>
              <a:spcAft>
                <a:spcPts val="0"/>
              </a:spcAft>
              <a:buSzPts val="3600"/>
              <a:buNone/>
              <a:defRPr sz="80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3" name="Google Shape;53;p13"/>
          <p:cNvSpPr txBox="1"/>
          <p:nvPr>
            <p:ph idx="2" type="title"/>
          </p:nvPr>
        </p:nvSpPr>
        <p:spPr>
          <a:xfrm>
            <a:off x="1017150" y="3594150"/>
            <a:ext cx="7109700" cy="4464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4000"/>
              <a:buFont typeface="Rubik"/>
              <a:buNone/>
              <a:defRPr sz="18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54" name="Google Shape;54;p13"/>
          <p:cNvSpPr txBox="1"/>
          <p:nvPr>
            <p:ph hasCustomPrompt="1" idx="3" type="title"/>
          </p:nvPr>
        </p:nvSpPr>
        <p:spPr>
          <a:xfrm>
            <a:off x="1017150" y="1967850"/>
            <a:ext cx="1242300" cy="1207800"/>
          </a:xfrm>
          <a:prstGeom prst="rect">
            <a:avLst/>
          </a:prstGeom>
        </p:spPr>
        <p:txBody>
          <a:bodyPr anchorCtr="0" anchor="ctr" bIns="91425" lIns="91425" spcFirstLastPara="1" rIns="91425" wrap="square" tIns="91425">
            <a:noAutofit/>
          </a:bodyPr>
          <a:lstStyle>
            <a:lvl1pPr lvl="0" rtl="0" algn="ctr">
              <a:lnSpc>
                <a:spcPct val="200000"/>
              </a:lnSpc>
              <a:spcBef>
                <a:spcPts val="0"/>
              </a:spcBef>
              <a:spcAft>
                <a:spcPts val="0"/>
              </a:spcAft>
              <a:buSzPts val="5000"/>
              <a:buNone/>
              <a:defRPr sz="80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bg>
      <p:bgPr>
        <a:solidFill>
          <a:schemeClr val="dk1"/>
        </a:solidFill>
      </p:bgPr>
    </p:bg>
    <p:spTree>
      <p:nvGrpSpPr>
        <p:cNvPr id="55" name="Shape 55"/>
        <p:cNvGrpSpPr/>
        <p:nvPr/>
      </p:nvGrpSpPr>
      <p:grpSpPr>
        <a:xfrm>
          <a:off x="0" y="0"/>
          <a:ext cx="0" cy="0"/>
          <a:chOff x="0" y="0"/>
          <a:chExt cx="0" cy="0"/>
        </a:xfrm>
      </p:grpSpPr>
      <p:pic>
        <p:nvPicPr>
          <p:cNvPr id="56" name="Google Shape;56;p14"/>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57" name="Google Shape;57;p1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solidFill>
                  <a:schemeClr val="lt1"/>
                </a:solidFill>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8" name="Google Shape;58;p14"/>
          <p:cNvSpPr txBox="1"/>
          <p:nvPr>
            <p:ph idx="2" type="title"/>
          </p:nvPr>
        </p:nvSpPr>
        <p:spPr>
          <a:xfrm>
            <a:off x="1727175" y="1739238"/>
            <a:ext cx="2738400" cy="3741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b="1" sz="2000">
                <a:solidFill>
                  <a:schemeClr val="lt1"/>
                </a:solidFill>
                <a:latin typeface="Rubik"/>
                <a:ea typeface="Rubik"/>
                <a:cs typeface="Rubik"/>
                <a:sym typeface="Rubik"/>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9" name="Google Shape;59;p14"/>
          <p:cNvSpPr txBox="1"/>
          <p:nvPr>
            <p:ph idx="1" type="subTitle"/>
          </p:nvPr>
        </p:nvSpPr>
        <p:spPr>
          <a:xfrm>
            <a:off x="1727175" y="2144174"/>
            <a:ext cx="2738400" cy="523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sz="1400">
                <a:solidFill>
                  <a:schemeClr val="lt1"/>
                </a:solidFill>
                <a:latin typeface="Rubik Light"/>
                <a:ea typeface="Rubik Light"/>
                <a:cs typeface="Rubik Light"/>
                <a:sym typeface="Rubi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4"/>
          <p:cNvSpPr txBox="1"/>
          <p:nvPr>
            <p:ph idx="3" type="title"/>
          </p:nvPr>
        </p:nvSpPr>
        <p:spPr>
          <a:xfrm>
            <a:off x="5685600" y="1693413"/>
            <a:ext cx="2738400" cy="3741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61" name="Google Shape;61;p14"/>
          <p:cNvSpPr txBox="1"/>
          <p:nvPr>
            <p:ph idx="4" type="subTitle"/>
          </p:nvPr>
        </p:nvSpPr>
        <p:spPr>
          <a:xfrm>
            <a:off x="5685600" y="2098338"/>
            <a:ext cx="2738400" cy="523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2" name="Google Shape;62;p14"/>
          <p:cNvSpPr txBox="1"/>
          <p:nvPr>
            <p:ph idx="5" type="title"/>
          </p:nvPr>
        </p:nvSpPr>
        <p:spPr>
          <a:xfrm>
            <a:off x="1727175" y="3343370"/>
            <a:ext cx="2738400" cy="3741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63" name="Google Shape;63;p14"/>
          <p:cNvSpPr txBox="1"/>
          <p:nvPr>
            <p:ph idx="6" type="subTitle"/>
          </p:nvPr>
        </p:nvSpPr>
        <p:spPr>
          <a:xfrm>
            <a:off x="1727175" y="3748299"/>
            <a:ext cx="2738400" cy="523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4" name="Google Shape;64;p14"/>
          <p:cNvSpPr txBox="1"/>
          <p:nvPr>
            <p:ph idx="7" type="title"/>
          </p:nvPr>
        </p:nvSpPr>
        <p:spPr>
          <a:xfrm>
            <a:off x="5685600" y="3343375"/>
            <a:ext cx="2738400" cy="3741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65" name="Google Shape;65;p14"/>
          <p:cNvSpPr txBox="1"/>
          <p:nvPr>
            <p:ph idx="8" type="subTitle"/>
          </p:nvPr>
        </p:nvSpPr>
        <p:spPr>
          <a:xfrm>
            <a:off x="5685600" y="3748302"/>
            <a:ext cx="2738400" cy="523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4"/>
          <p:cNvSpPr txBox="1"/>
          <p:nvPr>
            <p:ph hasCustomPrompt="1" idx="9" type="title"/>
          </p:nvPr>
        </p:nvSpPr>
        <p:spPr>
          <a:xfrm>
            <a:off x="720000" y="1993500"/>
            <a:ext cx="837000" cy="374100"/>
          </a:xfrm>
          <a:prstGeom prst="rect">
            <a:avLst/>
          </a:prstGeom>
        </p:spPr>
        <p:txBody>
          <a:bodyPr anchorCtr="0" anchor="ctr" bIns="91425" lIns="91425" spcFirstLastPara="1" rIns="91425" wrap="square" tIns="91425">
            <a:noAutofit/>
          </a:bodyPr>
          <a:lstStyle>
            <a:lvl1pPr lvl="0" rtl="0" algn="ctr">
              <a:lnSpc>
                <a:spcPct val="200000"/>
              </a:lnSpc>
              <a:spcBef>
                <a:spcPts val="0"/>
              </a:spcBef>
              <a:spcAft>
                <a:spcPts val="0"/>
              </a:spcAft>
              <a:buSzPts val="3500"/>
              <a:buNone/>
              <a:defRPr sz="35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67" name="Google Shape;67;p14"/>
          <p:cNvSpPr txBox="1"/>
          <p:nvPr>
            <p:ph hasCustomPrompt="1" idx="13" type="title"/>
          </p:nvPr>
        </p:nvSpPr>
        <p:spPr>
          <a:xfrm>
            <a:off x="720000" y="3574802"/>
            <a:ext cx="837000" cy="374100"/>
          </a:xfrm>
          <a:prstGeom prst="rect">
            <a:avLst/>
          </a:prstGeom>
        </p:spPr>
        <p:txBody>
          <a:bodyPr anchorCtr="0" anchor="ctr" bIns="91425" lIns="91425" spcFirstLastPara="1" rIns="91425" wrap="square" tIns="91425">
            <a:noAutofit/>
          </a:bodyPr>
          <a:lstStyle>
            <a:lvl1pPr lvl="0" rtl="0" algn="ctr">
              <a:lnSpc>
                <a:spcPct val="200000"/>
              </a:lnSpc>
              <a:spcBef>
                <a:spcPts val="0"/>
              </a:spcBef>
              <a:spcAft>
                <a:spcPts val="0"/>
              </a:spcAft>
              <a:buSzPts val="3500"/>
              <a:buNone/>
              <a:defRPr sz="35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68" name="Google Shape;68;p14"/>
          <p:cNvSpPr txBox="1"/>
          <p:nvPr>
            <p:ph hasCustomPrompt="1" idx="14" type="title"/>
          </p:nvPr>
        </p:nvSpPr>
        <p:spPr>
          <a:xfrm>
            <a:off x="4678500" y="1993475"/>
            <a:ext cx="837000" cy="374100"/>
          </a:xfrm>
          <a:prstGeom prst="rect">
            <a:avLst/>
          </a:prstGeom>
        </p:spPr>
        <p:txBody>
          <a:bodyPr anchorCtr="0" anchor="ctr" bIns="91425" lIns="91425" spcFirstLastPara="1" rIns="91425" wrap="square" tIns="91425">
            <a:noAutofit/>
          </a:bodyPr>
          <a:lstStyle>
            <a:lvl1pPr lvl="0" rtl="0" algn="ctr">
              <a:lnSpc>
                <a:spcPct val="200000"/>
              </a:lnSpc>
              <a:spcBef>
                <a:spcPts val="0"/>
              </a:spcBef>
              <a:spcAft>
                <a:spcPts val="0"/>
              </a:spcAft>
              <a:buSzPts val="3500"/>
              <a:buNone/>
              <a:defRPr sz="35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69" name="Google Shape;69;p14"/>
          <p:cNvSpPr txBox="1"/>
          <p:nvPr>
            <p:ph hasCustomPrompt="1" idx="15" type="title"/>
          </p:nvPr>
        </p:nvSpPr>
        <p:spPr>
          <a:xfrm>
            <a:off x="4678500" y="3574498"/>
            <a:ext cx="837000" cy="374100"/>
          </a:xfrm>
          <a:prstGeom prst="rect">
            <a:avLst/>
          </a:prstGeom>
        </p:spPr>
        <p:txBody>
          <a:bodyPr anchorCtr="0" anchor="ctr" bIns="91425" lIns="91425" spcFirstLastPara="1" rIns="91425" wrap="square" tIns="91425">
            <a:noAutofit/>
          </a:bodyPr>
          <a:lstStyle>
            <a:lvl1pPr lvl="0" rtl="0" algn="ctr">
              <a:lnSpc>
                <a:spcPct val="200000"/>
              </a:lnSpc>
              <a:spcBef>
                <a:spcPts val="0"/>
              </a:spcBef>
              <a:spcAft>
                <a:spcPts val="0"/>
              </a:spcAft>
              <a:buSzPts val="3500"/>
              <a:buNone/>
              <a:defRPr sz="35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bg>
      <p:bgPr>
        <a:solidFill>
          <a:schemeClr val="dk1"/>
        </a:solidFill>
      </p:bgPr>
    </p:bg>
    <p:spTree>
      <p:nvGrpSpPr>
        <p:cNvPr id="70" name="Shape 70"/>
        <p:cNvGrpSpPr/>
        <p:nvPr/>
      </p:nvGrpSpPr>
      <p:grpSpPr>
        <a:xfrm>
          <a:off x="0" y="0"/>
          <a:ext cx="0" cy="0"/>
          <a:chOff x="0" y="0"/>
          <a:chExt cx="0" cy="0"/>
        </a:xfrm>
      </p:grpSpPr>
      <p:pic>
        <p:nvPicPr>
          <p:cNvPr id="71" name="Google Shape;71;p15"/>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72" name="Google Shape;72;p15"/>
          <p:cNvSpPr txBox="1"/>
          <p:nvPr>
            <p:ph type="title"/>
          </p:nvPr>
        </p:nvSpPr>
        <p:spPr>
          <a:xfrm>
            <a:off x="3536125" y="2179025"/>
            <a:ext cx="4895100" cy="536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000"/>
              <a:buFont typeface="UnifrakturMaguntia"/>
              <a:buNone/>
              <a:defRPr sz="3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Font typeface="UnifrakturMaguntia"/>
              <a:buNone/>
              <a:defRPr>
                <a:latin typeface="UnifrakturMaguntia"/>
                <a:ea typeface="UnifrakturMaguntia"/>
                <a:cs typeface="UnifrakturMaguntia"/>
                <a:sym typeface="UnifrakturMaguntia"/>
              </a:defRPr>
            </a:lvl2pPr>
            <a:lvl3pPr lvl="2" rtl="0">
              <a:spcBef>
                <a:spcPts val="0"/>
              </a:spcBef>
              <a:spcAft>
                <a:spcPts val="0"/>
              </a:spcAft>
              <a:buSzPts val="4000"/>
              <a:buFont typeface="UnifrakturMaguntia"/>
              <a:buNone/>
              <a:defRPr>
                <a:latin typeface="UnifrakturMaguntia"/>
                <a:ea typeface="UnifrakturMaguntia"/>
                <a:cs typeface="UnifrakturMaguntia"/>
                <a:sym typeface="UnifrakturMaguntia"/>
              </a:defRPr>
            </a:lvl3pPr>
            <a:lvl4pPr lvl="3" rtl="0">
              <a:spcBef>
                <a:spcPts val="0"/>
              </a:spcBef>
              <a:spcAft>
                <a:spcPts val="0"/>
              </a:spcAft>
              <a:buSzPts val="4000"/>
              <a:buFont typeface="UnifrakturMaguntia"/>
              <a:buNone/>
              <a:defRPr>
                <a:latin typeface="UnifrakturMaguntia"/>
                <a:ea typeface="UnifrakturMaguntia"/>
                <a:cs typeface="UnifrakturMaguntia"/>
                <a:sym typeface="UnifrakturMaguntia"/>
              </a:defRPr>
            </a:lvl4pPr>
            <a:lvl5pPr lvl="4" rtl="0">
              <a:spcBef>
                <a:spcPts val="0"/>
              </a:spcBef>
              <a:spcAft>
                <a:spcPts val="0"/>
              </a:spcAft>
              <a:buSzPts val="4000"/>
              <a:buFont typeface="UnifrakturMaguntia"/>
              <a:buNone/>
              <a:defRPr>
                <a:latin typeface="UnifrakturMaguntia"/>
                <a:ea typeface="UnifrakturMaguntia"/>
                <a:cs typeface="UnifrakturMaguntia"/>
                <a:sym typeface="UnifrakturMaguntia"/>
              </a:defRPr>
            </a:lvl5pPr>
            <a:lvl6pPr lvl="5" rtl="0">
              <a:spcBef>
                <a:spcPts val="0"/>
              </a:spcBef>
              <a:spcAft>
                <a:spcPts val="0"/>
              </a:spcAft>
              <a:buSzPts val="4000"/>
              <a:buFont typeface="UnifrakturMaguntia"/>
              <a:buNone/>
              <a:defRPr>
                <a:latin typeface="UnifrakturMaguntia"/>
                <a:ea typeface="UnifrakturMaguntia"/>
                <a:cs typeface="UnifrakturMaguntia"/>
                <a:sym typeface="UnifrakturMaguntia"/>
              </a:defRPr>
            </a:lvl6pPr>
            <a:lvl7pPr lvl="6" rtl="0">
              <a:spcBef>
                <a:spcPts val="0"/>
              </a:spcBef>
              <a:spcAft>
                <a:spcPts val="0"/>
              </a:spcAft>
              <a:buSzPts val="4000"/>
              <a:buFont typeface="UnifrakturMaguntia"/>
              <a:buNone/>
              <a:defRPr>
                <a:latin typeface="UnifrakturMaguntia"/>
                <a:ea typeface="UnifrakturMaguntia"/>
                <a:cs typeface="UnifrakturMaguntia"/>
                <a:sym typeface="UnifrakturMaguntia"/>
              </a:defRPr>
            </a:lvl7pPr>
            <a:lvl8pPr lvl="7" rtl="0">
              <a:spcBef>
                <a:spcPts val="0"/>
              </a:spcBef>
              <a:spcAft>
                <a:spcPts val="0"/>
              </a:spcAft>
              <a:buSzPts val="4000"/>
              <a:buFont typeface="UnifrakturMaguntia"/>
              <a:buNone/>
              <a:defRPr>
                <a:latin typeface="UnifrakturMaguntia"/>
                <a:ea typeface="UnifrakturMaguntia"/>
                <a:cs typeface="UnifrakturMaguntia"/>
                <a:sym typeface="UnifrakturMaguntia"/>
              </a:defRPr>
            </a:lvl8pPr>
            <a:lvl9pPr lvl="8" rtl="0">
              <a:spcBef>
                <a:spcPts val="0"/>
              </a:spcBef>
              <a:spcAft>
                <a:spcPts val="0"/>
              </a:spcAft>
              <a:buSzPts val="4000"/>
              <a:buFont typeface="UnifrakturMaguntia"/>
              <a:buNone/>
              <a:defRPr>
                <a:latin typeface="UnifrakturMaguntia"/>
                <a:ea typeface="UnifrakturMaguntia"/>
                <a:cs typeface="UnifrakturMaguntia"/>
                <a:sym typeface="UnifrakturMaguntia"/>
              </a:defRPr>
            </a:lvl9pPr>
          </a:lstStyle>
          <a:p/>
        </p:txBody>
      </p:sp>
      <p:sp>
        <p:nvSpPr>
          <p:cNvPr id="73" name="Google Shape;73;p15"/>
          <p:cNvSpPr txBox="1"/>
          <p:nvPr>
            <p:ph idx="1" type="subTitle"/>
          </p:nvPr>
        </p:nvSpPr>
        <p:spPr>
          <a:xfrm>
            <a:off x="3536150" y="781925"/>
            <a:ext cx="4895100" cy="13971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800"/>
              <a:buFont typeface="Rubik"/>
              <a:buNone/>
              <a:defRPr sz="2000">
                <a:solidFill>
                  <a:schemeClr val="lt1"/>
                </a:solidFill>
                <a:latin typeface="Rubik Light"/>
                <a:ea typeface="Rubik Light"/>
                <a:cs typeface="Rubik Light"/>
                <a:sym typeface="Rubik Ligh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4">
    <p:bg>
      <p:bgPr>
        <a:solidFill>
          <a:schemeClr val="dk1"/>
        </a:solidFill>
      </p:bgPr>
    </p:bg>
    <p:spTree>
      <p:nvGrpSpPr>
        <p:cNvPr id="74" name="Shape 74"/>
        <p:cNvGrpSpPr/>
        <p:nvPr/>
      </p:nvGrpSpPr>
      <p:grpSpPr>
        <a:xfrm>
          <a:off x="0" y="0"/>
          <a:ext cx="0" cy="0"/>
          <a:chOff x="0" y="0"/>
          <a:chExt cx="0" cy="0"/>
        </a:xfrm>
      </p:grpSpPr>
      <p:pic>
        <p:nvPicPr>
          <p:cNvPr id="75" name="Google Shape;75;p16"/>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76" name="Google Shape;76;p16"/>
          <p:cNvSpPr txBox="1"/>
          <p:nvPr>
            <p:ph hasCustomPrompt="1" type="title"/>
          </p:nvPr>
        </p:nvSpPr>
        <p:spPr>
          <a:xfrm>
            <a:off x="2383263" y="633513"/>
            <a:ext cx="4868400" cy="574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50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7" name="Google Shape;77;p16"/>
          <p:cNvSpPr txBox="1"/>
          <p:nvPr>
            <p:ph idx="1" type="body"/>
          </p:nvPr>
        </p:nvSpPr>
        <p:spPr>
          <a:xfrm>
            <a:off x="2383617" y="1399327"/>
            <a:ext cx="4868100" cy="372900"/>
          </a:xfrm>
          <a:prstGeom prst="rect">
            <a:avLst/>
          </a:prstGeom>
          <a:ln>
            <a:noFill/>
          </a:ln>
        </p:spPr>
        <p:txBody>
          <a:bodyPr anchorCtr="0" anchor="t" bIns="91425" lIns="91425" spcFirstLastPara="1" rIns="91425" wrap="square" tIns="91425">
            <a:noAutofit/>
          </a:bodyPr>
          <a:lstStyle>
            <a:lvl1pPr indent="-342900" lvl="0" marL="457200" rtl="0" algn="ctr">
              <a:lnSpc>
                <a:spcPct val="100000"/>
              </a:lnSpc>
              <a:spcBef>
                <a:spcPts val="0"/>
              </a:spcBef>
              <a:spcAft>
                <a:spcPts val="0"/>
              </a:spcAft>
              <a:buClr>
                <a:schemeClr val="lt1"/>
              </a:buClr>
              <a:buSzPts val="1800"/>
              <a:buFont typeface="Rubik"/>
              <a:buChar char="●"/>
              <a:defRPr>
                <a:solidFill>
                  <a:schemeClr val="lt1"/>
                </a:solidFill>
                <a:latin typeface="Rubik"/>
                <a:ea typeface="Rubik"/>
                <a:cs typeface="Rubik"/>
                <a:sym typeface="Rubik"/>
              </a:defRPr>
            </a:lvl1pPr>
            <a:lvl2pPr indent="-342900" lvl="1" marL="9144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2pPr>
            <a:lvl3pPr indent="-342900" lvl="2" marL="13716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3pPr>
            <a:lvl4pPr indent="-342900" lvl="3" marL="18288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4pPr>
            <a:lvl5pPr indent="-342900" lvl="4" marL="22860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5pPr>
            <a:lvl6pPr indent="-342900" lvl="5" marL="27432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6pPr>
            <a:lvl7pPr indent="-342900" lvl="6" marL="32004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7pPr>
            <a:lvl8pPr indent="-342900" lvl="7" marL="36576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8pPr>
            <a:lvl9pPr indent="-342900" lvl="8" marL="41148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9pPr>
          </a:lstStyle>
          <a:p/>
        </p:txBody>
      </p:sp>
      <p:sp>
        <p:nvSpPr>
          <p:cNvPr id="78" name="Google Shape;78;p16"/>
          <p:cNvSpPr txBox="1"/>
          <p:nvPr>
            <p:ph hasCustomPrompt="1" idx="2" type="title"/>
          </p:nvPr>
        </p:nvSpPr>
        <p:spPr>
          <a:xfrm>
            <a:off x="2383263" y="1963842"/>
            <a:ext cx="4868400" cy="574200"/>
          </a:xfrm>
          <a:prstGeom prst="rect">
            <a:avLst/>
          </a:prstGeom>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lvl1pPr lvl="0" rtl="0" algn="ctr">
              <a:lnSpc>
                <a:spcPct val="200000"/>
              </a:lnSpc>
              <a:spcBef>
                <a:spcPts val="0"/>
              </a:spcBef>
              <a:spcAft>
                <a:spcPts val="0"/>
              </a:spcAft>
              <a:buSzPts val="6000"/>
              <a:buNone/>
              <a:defRPr sz="50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9" name="Google Shape;79;p16"/>
          <p:cNvSpPr txBox="1"/>
          <p:nvPr>
            <p:ph idx="3" type="body"/>
          </p:nvPr>
        </p:nvSpPr>
        <p:spPr>
          <a:xfrm>
            <a:off x="2383617" y="2729657"/>
            <a:ext cx="4868100" cy="4500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indent="-342900" lvl="0" marL="457200" rtl="0" algn="ctr">
              <a:spcBef>
                <a:spcPts val="0"/>
              </a:spcBef>
              <a:spcAft>
                <a:spcPts val="0"/>
              </a:spcAft>
              <a:buClr>
                <a:schemeClr val="lt1"/>
              </a:buClr>
              <a:buSzPts val="1800"/>
              <a:buFont typeface="Rubik"/>
              <a:buChar char="●"/>
              <a:defRPr>
                <a:solidFill>
                  <a:schemeClr val="lt1"/>
                </a:solidFill>
                <a:latin typeface="Rubik"/>
                <a:ea typeface="Rubik"/>
                <a:cs typeface="Rubik"/>
                <a:sym typeface="Rubik"/>
              </a:defRPr>
            </a:lvl1pPr>
            <a:lvl2pPr indent="-342900" lvl="1" marL="9144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2pPr>
            <a:lvl3pPr indent="-342900" lvl="2" marL="13716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3pPr>
            <a:lvl4pPr indent="-342900" lvl="3" marL="18288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4pPr>
            <a:lvl5pPr indent="-342900" lvl="4" marL="22860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5pPr>
            <a:lvl6pPr indent="-342900" lvl="5" marL="27432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6pPr>
            <a:lvl7pPr indent="-342900" lvl="6" marL="32004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7pPr>
            <a:lvl8pPr indent="-342900" lvl="7" marL="36576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8pPr>
            <a:lvl9pPr indent="-342900" lvl="8" marL="41148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9pPr>
          </a:lstStyle>
          <a:p/>
        </p:txBody>
      </p:sp>
      <p:sp>
        <p:nvSpPr>
          <p:cNvPr id="80" name="Google Shape;80;p16"/>
          <p:cNvSpPr txBox="1"/>
          <p:nvPr>
            <p:ph hasCustomPrompt="1" idx="4" type="title"/>
          </p:nvPr>
        </p:nvSpPr>
        <p:spPr>
          <a:xfrm>
            <a:off x="2383263" y="3371272"/>
            <a:ext cx="4868400" cy="574200"/>
          </a:xfrm>
          <a:prstGeom prst="rect">
            <a:avLst/>
          </a:prstGeom>
        </p:spPr>
        <p:txBody>
          <a:bodyPr anchorCtr="0" anchor="ctr" bIns="91425" lIns="91425" spcFirstLastPara="1" rIns="91425" wrap="square" tIns="91425">
            <a:noAutofit/>
          </a:bodyPr>
          <a:lstStyle>
            <a:lvl1pPr lvl="0" rtl="0" algn="ctr">
              <a:lnSpc>
                <a:spcPct val="200000"/>
              </a:lnSpc>
              <a:spcBef>
                <a:spcPts val="0"/>
              </a:spcBef>
              <a:spcAft>
                <a:spcPts val="0"/>
              </a:spcAft>
              <a:buSzPts val="6000"/>
              <a:buNone/>
              <a:defRPr sz="5000">
                <a:solidFill>
                  <a:schemeClr val="lt1"/>
                </a:solidFill>
                <a:latin typeface="UnifrakturMaguntia"/>
                <a:ea typeface="UnifrakturMaguntia"/>
                <a:cs typeface="UnifrakturMaguntia"/>
                <a:sym typeface="UnifrakturMaguntia"/>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1" name="Google Shape;81;p16"/>
          <p:cNvSpPr txBox="1"/>
          <p:nvPr>
            <p:ph idx="5" type="body"/>
          </p:nvPr>
        </p:nvSpPr>
        <p:spPr>
          <a:xfrm>
            <a:off x="2383617" y="4137087"/>
            <a:ext cx="4868100" cy="372900"/>
          </a:xfrm>
          <a:prstGeom prst="rect">
            <a:avLst/>
          </a:prstGeom>
          <a:ln>
            <a:noFill/>
          </a:ln>
        </p:spPr>
        <p:txBody>
          <a:bodyPr anchorCtr="0" anchor="t" bIns="91425" lIns="91425" spcFirstLastPara="1" rIns="91425" wrap="square" tIns="91425">
            <a:noAutofit/>
          </a:bodyPr>
          <a:lstStyle>
            <a:lvl1pPr indent="-342900" lvl="0" marL="457200" rtl="0" algn="ctr">
              <a:lnSpc>
                <a:spcPct val="100000"/>
              </a:lnSpc>
              <a:spcBef>
                <a:spcPts val="0"/>
              </a:spcBef>
              <a:spcAft>
                <a:spcPts val="0"/>
              </a:spcAft>
              <a:buClr>
                <a:schemeClr val="lt1"/>
              </a:buClr>
              <a:buSzPts val="1800"/>
              <a:buFont typeface="Rubik"/>
              <a:buChar char="●"/>
              <a:defRPr>
                <a:solidFill>
                  <a:schemeClr val="lt1"/>
                </a:solidFill>
                <a:latin typeface="Rubik"/>
                <a:ea typeface="Rubik"/>
                <a:cs typeface="Rubik"/>
                <a:sym typeface="Rubik"/>
              </a:defRPr>
            </a:lvl1pPr>
            <a:lvl2pPr indent="-342900" lvl="1" marL="9144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2pPr>
            <a:lvl3pPr indent="-342900" lvl="2" marL="13716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3pPr>
            <a:lvl4pPr indent="-342900" lvl="3" marL="18288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4pPr>
            <a:lvl5pPr indent="-342900" lvl="4" marL="22860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5pPr>
            <a:lvl6pPr indent="-342900" lvl="5" marL="27432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6pPr>
            <a:lvl7pPr indent="-342900" lvl="6" marL="32004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7pPr>
            <a:lvl8pPr indent="-342900" lvl="7" marL="36576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8pPr>
            <a:lvl9pPr indent="-342900" lvl="8" marL="4114800" rtl="0" algn="ctr">
              <a:spcBef>
                <a:spcPts val="0"/>
              </a:spcBef>
              <a:spcAft>
                <a:spcPts val="0"/>
              </a:spcAft>
              <a:buClr>
                <a:schemeClr val="lt1"/>
              </a:buClr>
              <a:buSzPts val="1800"/>
              <a:buFont typeface="Rubik"/>
              <a:buChar char="■"/>
              <a:defRPr sz="1800">
                <a:solidFill>
                  <a:schemeClr val="lt1"/>
                </a:solidFill>
                <a:latin typeface="Rubik"/>
                <a:ea typeface="Rubik"/>
                <a:cs typeface="Rubik"/>
                <a:sym typeface="Rubik"/>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5">
    <p:bg>
      <p:bgPr>
        <a:solidFill>
          <a:schemeClr val="dk1"/>
        </a:solidFill>
      </p:bgPr>
    </p:bg>
    <p:spTree>
      <p:nvGrpSpPr>
        <p:cNvPr id="82" name="Shape 82"/>
        <p:cNvGrpSpPr/>
        <p:nvPr/>
      </p:nvGrpSpPr>
      <p:grpSpPr>
        <a:xfrm>
          <a:off x="0" y="0"/>
          <a:ext cx="0" cy="0"/>
          <a:chOff x="0" y="0"/>
          <a:chExt cx="0" cy="0"/>
        </a:xfrm>
      </p:grpSpPr>
      <p:pic>
        <p:nvPicPr>
          <p:cNvPr id="83" name="Google Shape;83;p17"/>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84" name="Google Shape;84;p1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_1">
    <p:bg>
      <p:bgPr>
        <a:solidFill>
          <a:schemeClr val="dk1"/>
        </a:solidFill>
      </p:bgPr>
    </p:bg>
    <p:spTree>
      <p:nvGrpSpPr>
        <p:cNvPr id="85" name="Shape 85"/>
        <p:cNvGrpSpPr/>
        <p:nvPr/>
      </p:nvGrpSpPr>
      <p:grpSpPr>
        <a:xfrm>
          <a:off x="0" y="0"/>
          <a:ext cx="0" cy="0"/>
          <a:chOff x="0" y="0"/>
          <a:chExt cx="0" cy="0"/>
        </a:xfrm>
      </p:grpSpPr>
      <p:pic>
        <p:nvPicPr>
          <p:cNvPr id="86" name="Google Shape;86;p18"/>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87" name="Google Shape;87;p1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_1_1">
    <p:bg>
      <p:bgPr>
        <a:solidFill>
          <a:schemeClr val="dk1"/>
        </a:solidFill>
      </p:bgPr>
    </p:bg>
    <p:spTree>
      <p:nvGrpSpPr>
        <p:cNvPr id="88" name="Shape 88"/>
        <p:cNvGrpSpPr/>
        <p:nvPr/>
      </p:nvGrpSpPr>
      <p:grpSpPr>
        <a:xfrm>
          <a:off x="0" y="0"/>
          <a:ext cx="0" cy="0"/>
          <a:chOff x="0" y="0"/>
          <a:chExt cx="0" cy="0"/>
        </a:xfrm>
      </p:grpSpPr>
      <p:pic>
        <p:nvPicPr>
          <p:cNvPr id="89" name="Google Shape;89;p19"/>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90" name="Google Shape;90;p1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5_1_1_1">
    <p:bg>
      <p:bgPr>
        <a:solidFill>
          <a:schemeClr val="dk1"/>
        </a:solidFill>
      </p:bgPr>
    </p:bg>
    <p:spTree>
      <p:nvGrpSpPr>
        <p:cNvPr id="91" name="Shape 91"/>
        <p:cNvGrpSpPr/>
        <p:nvPr/>
      </p:nvGrpSpPr>
      <p:grpSpPr>
        <a:xfrm>
          <a:off x="0" y="0"/>
          <a:ext cx="0" cy="0"/>
          <a:chOff x="0" y="0"/>
          <a:chExt cx="0" cy="0"/>
        </a:xfrm>
      </p:grpSpPr>
      <p:pic>
        <p:nvPicPr>
          <p:cNvPr id="92" name="Google Shape;92;p20"/>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93" name="Google Shape;93;p2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5_1_1_1_1">
    <p:bg>
      <p:bgPr>
        <a:solidFill>
          <a:schemeClr val="dk1"/>
        </a:solidFill>
      </p:bgPr>
    </p:bg>
    <p:spTree>
      <p:nvGrpSpPr>
        <p:cNvPr id="94" name="Shape 94"/>
        <p:cNvGrpSpPr/>
        <p:nvPr/>
      </p:nvGrpSpPr>
      <p:grpSpPr>
        <a:xfrm>
          <a:off x="0" y="0"/>
          <a:ext cx="0" cy="0"/>
          <a:chOff x="0" y="0"/>
          <a:chExt cx="0" cy="0"/>
        </a:xfrm>
      </p:grpSpPr>
      <p:pic>
        <p:nvPicPr>
          <p:cNvPr id="95" name="Google Shape;95;p21"/>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96" name="Google Shape;96;p2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5_1_1_1_1_1">
    <p:bg>
      <p:bgPr>
        <a:solidFill>
          <a:schemeClr val="dk1"/>
        </a:solidFill>
      </p:bgPr>
    </p:bg>
    <p:spTree>
      <p:nvGrpSpPr>
        <p:cNvPr id="97" name="Shape 97"/>
        <p:cNvGrpSpPr/>
        <p:nvPr/>
      </p:nvGrpSpPr>
      <p:grpSpPr>
        <a:xfrm>
          <a:off x="0" y="0"/>
          <a:ext cx="0" cy="0"/>
          <a:chOff x="0" y="0"/>
          <a:chExt cx="0" cy="0"/>
        </a:xfrm>
      </p:grpSpPr>
      <p:pic>
        <p:nvPicPr>
          <p:cNvPr id="98" name="Google Shape;98;p22"/>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99" name="Google Shape;99;p2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5_1_1_1_1_1_1">
    <p:bg>
      <p:bgPr>
        <a:solidFill>
          <a:schemeClr val="dk1"/>
        </a:solidFill>
      </p:bgPr>
    </p:bg>
    <p:spTree>
      <p:nvGrpSpPr>
        <p:cNvPr id="100" name="Shape 100"/>
        <p:cNvGrpSpPr/>
        <p:nvPr/>
      </p:nvGrpSpPr>
      <p:grpSpPr>
        <a:xfrm>
          <a:off x="0" y="0"/>
          <a:ext cx="0" cy="0"/>
          <a:chOff x="0" y="0"/>
          <a:chExt cx="0" cy="0"/>
        </a:xfrm>
      </p:grpSpPr>
      <p:pic>
        <p:nvPicPr>
          <p:cNvPr id="101" name="Google Shape;101;p23"/>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02" name="Google Shape;102;p2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5_1_1_1_1_1_1_1">
    <p:bg>
      <p:bgPr>
        <a:solidFill>
          <a:schemeClr val="dk1"/>
        </a:solidFill>
      </p:bgPr>
    </p:bg>
    <p:spTree>
      <p:nvGrpSpPr>
        <p:cNvPr id="103" name="Shape 103"/>
        <p:cNvGrpSpPr/>
        <p:nvPr/>
      </p:nvGrpSpPr>
      <p:grpSpPr>
        <a:xfrm>
          <a:off x="0" y="0"/>
          <a:ext cx="0" cy="0"/>
          <a:chOff x="0" y="0"/>
          <a:chExt cx="0" cy="0"/>
        </a:xfrm>
      </p:grpSpPr>
      <p:pic>
        <p:nvPicPr>
          <p:cNvPr id="104" name="Google Shape;104;p24"/>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05" name="Google Shape;105;p2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CUSTOM_5_1_1_1_1_1_1_1_1">
    <p:bg>
      <p:bgPr>
        <a:solidFill>
          <a:schemeClr val="dk1"/>
        </a:solidFill>
      </p:bgPr>
    </p:bg>
    <p:spTree>
      <p:nvGrpSpPr>
        <p:cNvPr id="106" name="Shape 106"/>
        <p:cNvGrpSpPr/>
        <p:nvPr/>
      </p:nvGrpSpPr>
      <p:grpSpPr>
        <a:xfrm>
          <a:off x="0" y="0"/>
          <a:ext cx="0" cy="0"/>
          <a:chOff x="0" y="0"/>
          <a:chExt cx="0" cy="0"/>
        </a:xfrm>
      </p:grpSpPr>
      <p:pic>
        <p:nvPicPr>
          <p:cNvPr id="107" name="Google Shape;107;p25"/>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08" name="Google Shape;108;p2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0">
  <p:cSld name="CUSTOM_5_1_1_1_1_1_1_1_1_1">
    <p:bg>
      <p:bgPr>
        <a:solidFill>
          <a:schemeClr val="dk1"/>
        </a:solidFill>
      </p:bgPr>
    </p:bg>
    <p:spTree>
      <p:nvGrpSpPr>
        <p:cNvPr id="109" name="Shape 109"/>
        <p:cNvGrpSpPr/>
        <p:nvPr/>
      </p:nvGrpSpPr>
      <p:grpSpPr>
        <a:xfrm>
          <a:off x="0" y="0"/>
          <a:ext cx="0" cy="0"/>
          <a:chOff x="0" y="0"/>
          <a:chExt cx="0" cy="0"/>
        </a:xfrm>
      </p:grpSpPr>
      <p:pic>
        <p:nvPicPr>
          <p:cNvPr id="110" name="Google Shape;110;p26"/>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11" name="Google Shape;111;p2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1">
  <p:cSld name="CUSTOM_5_1_1_1_1_1_1_1_1_1_1">
    <p:bg>
      <p:bgPr>
        <a:solidFill>
          <a:schemeClr val="dk1"/>
        </a:solidFill>
      </p:bgPr>
    </p:bg>
    <p:spTree>
      <p:nvGrpSpPr>
        <p:cNvPr id="112" name="Shape 112"/>
        <p:cNvGrpSpPr/>
        <p:nvPr/>
      </p:nvGrpSpPr>
      <p:grpSpPr>
        <a:xfrm>
          <a:off x="0" y="0"/>
          <a:ext cx="0" cy="0"/>
          <a:chOff x="0" y="0"/>
          <a:chExt cx="0" cy="0"/>
        </a:xfrm>
      </p:grpSpPr>
      <p:pic>
        <p:nvPicPr>
          <p:cNvPr id="113" name="Google Shape;113;p27"/>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14" name="Google Shape;114;p2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3">
    <p:bg>
      <p:bgPr>
        <a:solidFill>
          <a:schemeClr val="dk1"/>
        </a:solidFill>
      </p:bgPr>
    </p:bg>
    <p:spTree>
      <p:nvGrpSpPr>
        <p:cNvPr id="115" name="Shape 115"/>
        <p:cNvGrpSpPr/>
        <p:nvPr/>
      </p:nvGrpSpPr>
      <p:grpSpPr>
        <a:xfrm>
          <a:off x="0" y="0"/>
          <a:ext cx="0" cy="0"/>
          <a:chOff x="0" y="0"/>
          <a:chExt cx="0" cy="0"/>
        </a:xfrm>
      </p:grpSpPr>
      <p:pic>
        <p:nvPicPr>
          <p:cNvPr id="116" name="Google Shape;116;p28"/>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17" name="Google Shape;117;p28"/>
          <p:cNvSpPr txBox="1"/>
          <p:nvPr>
            <p:ph type="title"/>
          </p:nvPr>
        </p:nvSpPr>
        <p:spPr>
          <a:xfrm>
            <a:off x="1798950" y="1215663"/>
            <a:ext cx="5546100" cy="1141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sz="10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18" name="Google Shape;118;p28"/>
          <p:cNvSpPr txBox="1"/>
          <p:nvPr>
            <p:ph idx="1" type="subTitle"/>
          </p:nvPr>
        </p:nvSpPr>
        <p:spPr>
          <a:xfrm>
            <a:off x="1798950" y="2568992"/>
            <a:ext cx="5546100" cy="6516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solidFill>
                  <a:schemeClr val="lt1"/>
                </a:solidFill>
                <a:latin typeface="Rubik"/>
                <a:ea typeface="Rubik"/>
                <a:cs typeface="Rubik"/>
                <a:sym typeface="Rubi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_1">
    <p:bg>
      <p:bgPr>
        <a:solidFill>
          <a:schemeClr val="dk1"/>
        </a:solidFill>
      </p:bgPr>
    </p:bg>
    <p:spTree>
      <p:nvGrpSpPr>
        <p:cNvPr id="119" name="Shape 119"/>
        <p:cNvGrpSpPr/>
        <p:nvPr/>
      </p:nvGrpSpPr>
      <p:grpSpPr>
        <a:xfrm>
          <a:off x="0" y="0"/>
          <a:ext cx="0" cy="0"/>
          <a:chOff x="0" y="0"/>
          <a:chExt cx="0" cy="0"/>
        </a:xfrm>
      </p:grpSpPr>
      <p:pic>
        <p:nvPicPr>
          <p:cNvPr id="120" name="Google Shape;120;p29"/>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21" name="Google Shape;121;p29"/>
          <p:cNvSpPr txBox="1"/>
          <p:nvPr>
            <p:ph type="title"/>
          </p:nvPr>
        </p:nvSpPr>
        <p:spPr>
          <a:xfrm>
            <a:off x="981013" y="1762975"/>
            <a:ext cx="2918700" cy="10068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Clr>
                <a:schemeClr val="lt1"/>
              </a:buClr>
              <a:buSzPts val="4000"/>
              <a:buNone/>
              <a:defRPr>
                <a:solidFill>
                  <a:schemeClr val="lt1"/>
                </a:solidFill>
              </a:defRPr>
            </a:lvl2pPr>
            <a:lvl3pPr lvl="2" rtl="0">
              <a:spcBef>
                <a:spcPts val="0"/>
              </a:spcBef>
              <a:spcAft>
                <a:spcPts val="0"/>
              </a:spcAft>
              <a:buClr>
                <a:schemeClr val="lt1"/>
              </a:buClr>
              <a:buSzPts val="4000"/>
              <a:buNone/>
              <a:defRPr>
                <a:solidFill>
                  <a:schemeClr val="lt1"/>
                </a:solidFill>
              </a:defRPr>
            </a:lvl3pPr>
            <a:lvl4pPr lvl="3" rtl="0">
              <a:spcBef>
                <a:spcPts val="0"/>
              </a:spcBef>
              <a:spcAft>
                <a:spcPts val="0"/>
              </a:spcAft>
              <a:buClr>
                <a:schemeClr val="lt1"/>
              </a:buClr>
              <a:buSzPts val="4000"/>
              <a:buNone/>
              <a:defRPr>
                <a:solidFill>
                  <a:schemeClr val="lt1"/>
                </a:solidFill>
              </a:defRPr>
            </a:lvl4pPr>
            <a:lvl5pPr lvl="4" rtl="0">
              <a:spcBef>
                <a:spcPts val="0"/>
              </a:spcBef>
              <a:spcAft>
                <a:spcPts val="0"/>
              </a:spcAft>
              <a:buClr>
                <a:schemeClr val="lt1"/>
              </a:buClr>
              <a:buSzPts val="4000"/>
              <a:buNone/>
              <a:defRPr>
                <a:solidFill>
                  <a:schemeClr val="lt1"/>
                </a:solidFill>
              </a:defRPr>
            </a:lvl5pPr>
            <a:lvl6pPr lvl="5" rtl="0">
              <a:spcBef>
                <a:spcPts val="0"/>
              </a:spcBef>
              <a:spcAft>
                <a:spcPts val="0"/>
              </a:spcAft>
              <a:buClr>
                <a:schemeClr val="lt1"/>
              </a:buClr>
              <a:buSzPts val="4000"/>
              <a:buNone/>
              <a:defRPr>
                <a:solidFill>
                  <a:schemeClr val="lt1"/>
                </a:solidFill>
              </a:defRPr>
            </a:lvl6pPr>
            <a:lvl7pPr lvl="6" rtl="0">
              <a:spcBef>
                <a:spcPts val="0"/>
              </a:spcBef>
              <a:spcAft>
                <a:spcPts val="0"/>
              </a:spcAft>
              <a:buClr>
                <a:schemeClr val="lt1"/>
              </a:buClr>
              <a:buSzPts val="4000"/>
              <a:buNone/>
              <a:defRPr>
                <a:solidFill>
                  <a:schemeClr val="lt1"/>
                </a:solidFill>
              </a:defRPr>
            </a:lvl7pPr>
            <a:lvl8pPr lvl="7" rtl="0">
              <a:spcBef>
                <a:spcPts val="0"/>
              </a:spcBef>
              <a:spcAft>
                <a:spcPts val="0"/>
              </a:spcAft>
              <a:buClr>
                <a:schemeClr val="lt1"/>
              </a:buClr>
              <a:buSzPts val="4000"/>
              <a:buNone/>
              <a:defRPr>
                <a:solidFill>
                  <a:schemeClr val="lt1"/>
                </a:solidFill>
              </a:defRPr>
            </a:lvl8pPr>
            <a:lvl9pPr lvl="8" rtl="0">
              <a:spcBef>
                <a:spcPts val="0"/>
              </a:spcBef>
              <a:spcAft>
                <a:spcPts val="0"/>
              </a:spcAft>
              <a:buClr>
                <a:schemeClr val="lt1"/>
              </a:buClr>
              <a:buSzPts val="4000"/>
              <a:buNone/>
              <a:defRPr>
                <a:solidFill>
                  <a:schemeClr val="lt1"/>
                </a:solidFill>
              </a:defRPr>
            </a:lvl9pPr>
          </a:lstStyle>
          <a:p/>
        </p:txBody>
      </p:sp>
      <p:sp>
        <p:nvSpPr>
          <p:cNvPr id="122" name="Google Shape;122;p29"/>
          <p:cNvSpPr txBox="1"/>
          <p:nvPr>
            <p:ph idx="1" type="subTitle"/>
          </p:nvPr>
        </p:nvSpPr>
        <p:spPr>
          <a:xfrm>
            <a:off x="981013" y="2769775"/>
            <a:ext cx="2918700" cy="1144800"/>
          </a:xfrm>
          <a:prstGeom prst="rect">
            <a:avLst/>
          </a:prstGeom>
        </p:spPr>
        <p:txBody>
          <a:bodyPr anchorCtr="0" anchor="ctr" bIns="91425" lIns="91425" spcFirstLastPara="1" rIns="91425" wrap="square" tIns="91425">
            <a:noAutofit/>
          </a:bodyPr>
          <a:lstStyle>
            <a:lvl1pPr lvl="0" marR="89999" rtl="0">
              <a:lnSpc>
                <a:spcPct val="100000"/>
              </a:lnSpc>
              <a:spcBef>
                <a:spcPts val="0"/>
              </a:spcBef>
              <a:spcAft>
                <a:spcPts val="0"/>
              </a:spcAft>
              <a:buClr>
                <a:schemeClr val="lt1"/>
              </a:buClr>
              <a:buSzPts val="1800"/>
              <a:buFont typeface="Rubik"/>
              <a:buNone/>
              <a:defRPr sz="1400">
                <a:solidFill>
                  <a:schemeClr val="lt1"/>
                </a:solidFill>
                <a:latin typeface="Rubik Light"/>
                <a:ea typeface="Rubik Light"/>
                <a:cs typeface="Rubik Light"/>
                <a:sym typeface="Rubik Light"/>
              </a:defRPr>
            </a:lvl1pPr>
            <a:lvl2pPr lvl="1"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2pPr>
            <a:lvl3pPr lvl="2"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3pPr>
            <a:lvl4pPr lvl="3"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4pPr>
            <a:lvl5pPr lvl="4"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5pPr>
            <a:lvl6pPr lvl="5"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6pPr>
            <a:lvl7pPr lvl="6"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7pPr>
            <a:lvl8pPr lvl="7"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8pPr>
            <a:lvl9pPr lvl="8"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3_1_1">
    <p:bg>
      <p:bgPr>
        <a:solidFill>
          <a:schemeClr val="dk1"/>
        </a:solidFill>
      </p:bgPr>
    </p:bg>
    <p:spTree>
      <p:nvGrpSpPr>
        <p:cNvPr id="123" name="Shape 123"/>
        <p:cNvGrpSpPr/>
        <p:nvPr/>
      </p:nvGrpSpPr>
      <p:grpSpPr>
        <a:xfrm>
          <a:off x="0" y="0"/>
          <a:ext cx="0" cy="0"/>
          <a:chOff x="0" y="0"/>
          <a:chExt cx="0" cy="0"/>
        </a:xfrm>
      </p:grpSpPr>
      <p:pic>
        <p:nvPicPr>
          <p:cNvPr id="124" name="Google Shape;124;p30"/>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25" name="Google Shape;125;p30"/>
          <p:cNvSpPr txBox="1"/>
          <p:nvPr>
            <p:ph type="title"/>
          </p:nvPr>
        </p:nvSpPr>
        <p:spPr>
          <a:xfrm>
            <a:off x="1257938" y="1764000"/>
            <a:ext cx="2919600" cy="10068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Clr>
                <a:schemeClr val="lt1"/>
              </a:buClr>
              <a:buSzPts val="4000"/>
              <a:buNone/>
              <a:defRPr>
                <a:solidFill>
                  <a:schemeClr val="lt1"/>
                </a:solidFill>
              </a:defRPr>
            </a:lvl2pPr>
            <a:lvl3pPr lvl="2" rtl="0">
              <a:spcBef>
                <a:spcPts val="0"/>
              </a:spcBef>
              <a:spcAft>
                <a:spcPts val="0"/>
              </a:spcAft>
              <a:buClr>
                <a:schemeClr val="lt1"/>
              </a:buClr>
              <a:buSzPts val="4000"/>
              <a:buNone/>
              <a:defRPr>
                <a:solidFill>
                  <a:schemeClr val="lt1"/>
                </a:solidFill>
              </a:defRPr>
            </a:lvl3pPr>
            <a:lvl4pPr lvl="3" rtl="0">
              <a:spcBef>
                <a:spcPts val="0"/>
              </a:spcBef>
              <a:spcAft>
                <a:spcPts val="0"/>
              </a:spcAft>
              <a:buClr>
                <a:schemeClr val="lt1"/>
              </a:buClr>
              <a:buSzPts val="4000"/>
              <a:buNone/>
              <a:defRPr>
                <a:solidFill>
                  <a:schemeClr val="lt1"/>
                </a:solidFill>
              </a:defRPr>
            </a:lvl4pPr>
            <a:lvl5pPr lvl="4" rtl="0">
              <a:spcBef>
                <a:spcPts val="0"/>
              </a:spcBef>
              <a:spcAft>
                <a:spcPts val="0"/>
              </a:spcAft>
              <a:buClr>
                <a:schemeClr val="lt1"/>
              </a:buClr>
              <a:buSzPts val="4000"/>
              <a:buNone/>
              <a:defRPr>
                <a:solidFill>
                  <a:schemeClr val="lt1"/>
                </a:solidFill>
              </a:defRPr>
            </a:lvl5pPr>
            <a:lvl6pPr lvl="5" rtl="0">
              <a:spcBef>
                <a:spcPts val="0"/>
              </a:spcBef>
              <a:spcAft>
                <a:spcPts val="0"/>
              </a:spcAft>
              <a:buClr>
                <a:schemeClr val="lt1"/>
              </a:buClr>
              <a:buSzPts val="4000"/>
              <a:buNone/>
              <a:defRPr>
                <a:solidFill>
                  <a:schemeClr val="lt1"/>
                </a:solidFill>
              </a:defRPr>
            </a:lvl6pPr>
            <a:lvl7pPr lvl="6" rtl="0">
              <a:spcBef>
                <a:spcPts val="0"/>
              </a:spcBef>
              <a:spcAft>
                <a:spcPts val="0"/>
              </a:spcAft>
              <a:buClr>
                <a:schemeClr val="lt1"/>
              </a:buClr>
              <a:buSzPts val="4000"/>
              <a:buNone/>
              <a:defRPr>
                <a:solidFill>
                  <a:schemeClr val="lt1"/>
                </a:solidFill>
              </a:defRPr>
            </a:lvl7pPr>
            <a:lvl8pPr lvl="7" rtl="0">
              <a:spcBef>
                <a:spcPts val="0"/>
              </a:spcBef>
              <a:spcAft>
                <a:spcPts val="0"/>
              </a:spcAft>
              <a:buClr>
                <a:schemeClr val="lt1"/>
              </a:buClr>
              <a:buSzPts val="4000"/>
              <a:buNone/>
              <a:defRPr>
                <a:solidFill>
                  <a:schemeClr val="lt1"/>
                </a:solidFill>
              </a:defRPr>
            </a:lvl8pPr>
            <a:lvl9pPr lvl="8" rtl="0">
              <a:spcBef>
                <a:spcPts val="0"/>
              </a:spcBef>
              <a:spcAft>
                <a:spcPts val="0"/>
              </a:spcAft>
              <a:buClr>
                <a:schemeClr val="lt1"/>
              </a:buClr>
              <a:buSzPts val="4000"/>
              <a:buNone/>
              <a:defRPr>
                <a:solidFill>
                  <a:schemeClr val="lt1"/>
                </a:solidFill>
              </a:defRPr>
            </a:lvl9pPr>
          </a:lstStyle>
          <a:p/>
        </p:txBody>
      </p:sp>
      <p:sp>
        <p:nvSpPr>
          <p:cNvPr id="126" name="Google Shape;126;p30"/>
          <p:cNvSpPr txBox="1"/>
          <p:nvPr>
            <p:ph idx="1" type="subTitle"/>
          </p:nvPr>
        </p:nvSpPr>
        <p:spPr>
          <a:xfrm>
            <a:off x="1257938" y="2770805"/>
            <a:ext cx="2919600" cy="1144800"/>
          </a:xfrm>
          <a:prstGeom prst="rect">
            <a:avLst/>
          </a:prstGeom>
        </p:spPr>
        <p:txBody>
          <a:bodyPr anchorCtr="0" anchor="ctr" bIns="91425" lIns="91425" spcFirstLastPara="1" rIns="91425" wrap="square" tIns="91425">
            <a:noAutofit/>
          </a:bodyPr>
          <a:lstStyle>
            <a:lvl1pPr lvl="0" marR="89999" rtl="0">
              <a:lnSpc>
                <a:spcPct val="100000"/>
              </a:lnSpc>
              <a:spcBef>
                <a:spcPts val="0"/>
              </a:spcBef>
              <a:spcAft>
                <a:spcPts val="0"/>
              </a:spcAft>
              <a:buClr>
                <a:schemeClr val="lt1"/>
              </a:buClr>
              <a:buSzPts val="1800"/>
              <a:buFont typeface="Rubik"/>
              <a:buNone/>
              <a:defRPr sz="1400">
                <a:solidFill>
                  <a:schemeClr val="lt1"/>
                </a:solidFill>
                <a:latin typeface="Rubik Light"/>
                <a:ea typeface="Rubik Light"/>
                <a:cs typeface="Rubik Light"/>
                <a:sym typeface="Rubik Light"/>
              </a:defRPr>
            </a:lvl1pPr>
            <a:lvl2pPr lvl="1"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2pPr>
            <a:lvl3pPr lvl="2"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3pPr>
            <a:lvl4pPr lvl="3"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4pPr>
            <a:lvl5pPr lvl="4"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5pPr>
            <a:lvl6pPr lvl="5"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6pPr>
            <a:lvl7pPr lvl="6"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7pPr>
            <a:lvl8pPr lvl="7"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8pPr>
            <a:lvl9pPr lvl="8"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_1_1">
    <p:bg>
      <p:bgPr>
        <a:solidFill>
          <a:schemeClr val="dk1"/>
        </a:solidFill>
      </p:bgPr>
    </p:bg>
    <p:spTree>
      <p:nvGrpSpPr>
        <p:cNvPr id="127" name="Shape 127"/>
        <p:cNvGrpSpPr/>
        <p:nvPr/>
      </p:nvGrpSpPr>
      <p:grpSpPr>
        <a:xfrm>
          <a:off x="0" y="0"/>
          <a:ext cx="0" cy="0"/>
          <a:chOff x="0" y="0"/>
          <a:chExt cx="0" cy="0"/>
        </a:xfrm>
      </p:grpSpPr>
      <p:pic>
        <p:nvPicPr>
          <p:cNvPr id="128" name="Google Shape;128;p31"/>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29" name="Google Shape;129;p31"/>
          <p:cNvSpPr txBox="1"/>
          <p:nvPr>
            <p:ph type="title"/>
          </p:nvPr>
        </p:nvSpPr>
        <p:spPr>
          <a:xfrm flipH="1">
            <a:off x="4908113" y="1764000"/>
            <a:ext cx="2919600" cy="10068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Clr>
                <a:schemeClr val="lt1"/>
              </a:buClr>
              <a:buSzPts val="4000"/>
              <a:buNone/>
              <a:defRPr>
                <a:solidFill>
                  <a:schemeClr val="lt1"/>
                </a:solidFill>
              </a:defRPr>
            </a:lvl2pPr>
            <a:lvl3pPr lvl="2" rtl="0">
              <a:spcBef>
                <a:spcPts val="0"/>
              </a:spcBef>
              <a:spcAft>
                <a:spcPts val="0"/>
              </a:spcAft>
              <a:buClr>
                <a:schemeClr val="lt1"/>
              </a:buClr>
              <a:buSzPts val="4000"/>
              <a:buNone/>
              <a:defRPr>
                <a:solidFill>
                  <a:schemeClr val="lt1"/>
                </a:solidFill>
              </a:defRPr>
            </a:lvl3pPr>
            <a:lvl4pPr lvl="3" rtl="0">
              <a:spcBef>
                <a:spcPts val="0"/>
              </a:spcBef>
              <a:spcAft>
                <a:spcPts val="0"/>
              </a:spcAft>
              <a:buClr>
                <a:schemeClr val="lt1"/>
              </a:buClr>
              <a:buSzPts val="4000"/>
              <a:buNone/>
              <a:defRPr>
                <a:solidFill>
                  <a:schemeClr val="lt1"/>
                </a:solidFill>
              </a:defRPr>
            </a:lvl4pPr>
            <a:lvl5pPr lvl="4" rtl="0">
              <a:spcBef>
                <a:spcPts val="0"/>
              </a:spcBef>
              <a:spcAft>
                <a:spcPts val="0"/>
              </a:spcAft>
              <a:buClr>
                <a:schemeClr val="lt1"/>
              </a:buClr>
              <a:buSzPts val="4000"/>
              <a:buNone/>
              <a:defRPr>
                <a:solidFill>
                  <a:schemeClr val="lt1"/>
                </a:solidFill>
              </a:defRPr>
            </a:lvl5pPr>
            <a:lvl6pPr lvl="5" rtl="0">
              <a:spcBef>
                <a:spcPts val="0"/>
              </a:spcBef>
              <a:spcAft>
                <a:spcPts val="0"/>
              </a:spcAft>
              <a:buClr>
                <a:schemeClr val="lt1"/>
              </a:buClr>
              <a:buSzPts val="4000"/>
              <a:buNone/>
              <a:defRPr>
                <a:solidFill>
                  <a:schemeClr val="lt1"/>
                </a:solidFill>
              </a:defRPr>
            </a:lvl6pPr>
            <a:lvl7pPr lvl="6" rtl="0">
              <a:spcBef>
                <a:spcPts val="0"/>
              </a:spcBef>
              <a:spcAft>
                <a:spcPts val="0"/>
              </a:spcAft>
              <a:buClr>
                <a:schemeClr val="lt1"/>
              </a:buClr>
              <a:buSzPts val="4000"/>
              <a:buNone/>
              <a:defRPr>
                <a:solidFill>
                  <a:schemeClr val="lt1"/>
                </a:solidFill>
              </a:defRPr>
            </a:lvl7pPr>
            <a:lvl8pPr lvl="7" rtl="0">
              <a:spcBef>
                <a:spcPts val="0"/>
              </a:spcBef>
              <a:spcAft>
                <a:spcPts val="0"/>
              </a:spcAft>
              <a:buClr>
                <a:schemeClr val="lt1"/>
              </a:buClr>
              <a:buSzPts val="4000"/>
              <a:buNone/>
              <a:defRPr>
                <a:solidFill>
                  <a:schemeClr val="lt1"/>
                </a:solidFill>
              </a:defRPr>
            </a:lvl8pPr>
            <a:lvl9pPr lvl="8" rtl="0">
              <a:spcBef>
                <a:spcPts val="0"/>
              </a:spcBef>
              <a:spcAft>
                <a:spcPts val="0"/>
              </a:spcAft>
              <a:buClr>
                <a:schemeClr val="lt1"/>
              </a:buClr>
              <a:buSzPts val="4000"/>
              <a:buNone/>
              <a:defRPr>
                <a:solidFill>
                  <a:schemeClr val="lt1"/>
                </a:solidFill>
              </a:defRPr>
            </a:lvl9pPr>
          </a:lstStyle>
          <a:p/>
        </p:txBody>
      </p:sp>
      <p:sp>
        <p:nvSpPr>
          <p:cNvPr id="130" name="Google Shape;130;p31"/>
          <p:cNvSpPr txBox="1"/>
          <p:nvPr>
            <p:ph idx="1" type="subTitle"/>
          </p:nvPr>
        </p:nvSpPr>
        <p:spPr>
          <a:xfrm flipH="1">
            <a:off x="4908113" y="2770806"/>
            <a:ext cx="2919600" cy="1144800"/>
          </a:xfrm>
          <a:prstGeom prst="rect">
            <a:avLst/>
          </a:prstGeom>
        </p:spPr>
        <p:txBody>
          <a:bodyPr anchorCtr="0" anchor="ctr" bIns="91425" lIns="91425" spcFirstLastPara="1" rIns="91425" wrap="square" tIns="91425">
            <a:noAutofit/>
          </a:bodyPr>
          <a:lstStyle>
            <a:lvl1pPr lvl="0" marR="89999" rtl="0">
              <a:lnSpc>
                <a:spcPct val="100000"/>
              </a:lnSpc>
              <a:spcBef>
                <a:spcPts val="0"/>
              </a:spcBef>
              <a:spcAft>
                <a:spcPts val="0"/>
              </a:spcAft>
              <a:buClr>
                <a:schemeClr val="lt1"/>
              </a:buClr>
              <a:buSzPts val="1800"/>
              <a:buFont typeface="Rubik"/>
              <a:buNone/>
              <a:defRPr sz="1400">
                <a:solidFill>
                  <a:schemeClr val="lt1"/>
                </a:solidFill>
                <a:latin typeface="Rubik Light"/>
                <a:ea typeface="Rubik Light"/>
                <a:cs typeface="Rubik Light"/>
                <a:sym typeface="Rubik Light"/>
              </a:defRPr>
            </a:lvl1pPr>
            <a:lvl2pPr lvl="1"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2pPr>
            <a:lvl3pPr lvl="2"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3pPr>
            <a:lvl4pPr lvl="3"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4pPr>
            <a:lvl5pPr lvl="4"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5pPr>
            <a:lvl6pPr lvl="5"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6pPr>
            <a:lvl7pPr lvl="6"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7pPr>
            <a:lvl8pPr lvl="7"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8pPr>
            <a:lvl9pPr lvl="8" rtl="0">
              <a:lnSpc>
                <a:spcPct val="100000"/>
              </a:lnSpc>
              <a:spcBef>
                <a:spcPts val="0"/>
              </a:spcBef>
              <a:spcAft>
                <a:spcPts val="0"/>
              </a:spcAft>
              <a:buClr>
                <a:schemeClr val="lt1"/>
              </a:buClr>
              <a:buSzPts val="1400"/>
              <a:buFont typeface="Rubik"/>
              <a:buNone/>
              <a:defRPr>
                <a:solidFill>
                  <a:schemeClr val="lt1"/>
                </a:solidFill>
                <a:latin typeface="Rubik"/>
                <a:ea typeface="Rubik"/>
                <a:cs typeface="Rubik"/>
                <a:sym typeface="Rubik"/>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7">
    <p:bg>
      <p:bgPr>
        <a:solidFill>
          <a:schemeClr val="dk1"/>
        </a:solidFill>
      </p:bgPr>
    </p:bg>
    <p:spTree>
      <p:nvGrpSpPr>
        <p:cNvPr id="131" name="Shape 131"/>
        <p:cNvGrpSpPr/>
        <p:nvPr/>
      </p:nvGrpSpPr>
      <p:grpSpPr>
        <a:xfrm>
          <a:off x="0" y="0"/>
          <a:ext cx="0" cy="0"/>
          <a:chOff x="0" y="0"/>
          <a:chExt cx="0" cy="0"/>
        </a:xfrm>
      </p:grpSpPr>
      <p:pic>
        <p:nvPicPr>
          <p:cNvPr id="132" name="Google Shape;132;p32"/>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33" name="Google Shape;133;p3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34" name="Google Shape;134;p32"/>
          <p:cNvSpPr txBox="1"/>
          <p:nvPr>
            <p:ph idx="1" type="body"/>
          </p:nvPr>
        </p:nvSpPr>
        <p:spPr>
          <a:xfrm>
            <a:off x="720000" y="1286175"/>
            <a:ext cx="3851100" cy="27969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Anaheim"/>
              <a:buAutoNum type="arabicPeriod"/>
              <a:defRPr sz="1400">
                <a:solidFill>
                  <a:schemeClr val="lt1"/>
                </a:solidFill>
                <a:latin typeface="Rubik Light"/>
                <a:ea typeface="Rubik Light"/>
                <a:cs typeface="Rubik Light"/>
                <a:sym typeface="Rubik Light"/>
              </a:defRPr>
            </a:lvl1pPr>
            <a:lvl2pPr indent="-317500" lvl="1" marL="914400" rtl="0">
              <a:spcBef>
                <a:spcPts val="0"/>
              </a:spcBef>
              <a:spcAft>
                <a:spcPts val="0"/>
              </a:spcAft>
              <a:buSzPts val="1400"/>
              <a:buFont typeface="Anaheim"/>
              <a:buAutoNum type="alphaLcPeriod"/>
              <a:defRPr sz="1200">
                <a:solidFill>
                  <a:schemeClr val="lt1"/>
                </a:solidFill>
                <a:latin typeface="Rubik Light"/>
                <a:ea typeface="Rubik Light"/>
                <a:cs typeface="Rubik Light"/>
                <a:sym typeface="Rubik Light"/>
              </a:defRPr>
            </a:lvl2pPr>
            <a:lvl3pPr indent="-317500" lvl="2" marL="1371600" rtl="0">
              <a:spcBef>
                <a:spcPts val="0"/>
              </a:spcBef>
              <a:spcAft>
                <a:spcPts val="0"/>
              </a:spcAft>
              <a:buSzPts val="1400"/>
              <a:buFont typeface="Anaheim"/>
              <a:buAutoNum type="romanLcPeriod"/>
              <a:defRPr sz="1200">
                <a:solidFill>
                  <a:schemeClr val="lt1"/>
                </a:solidFill>
                <a:latin typeface="Rubik Light"/>
                <a:ea typeface="Rubik Light"/>
                <a:cs typeface="Rubik Light"/>
                <a:sym typeface="Rubik Light"/>
              </a:defRPr>
            </a:lvl3pPr>
            <a:lvl4pPr indent="-317500" lvl="3" marL="1828800" rtl="0">
              <a:spcBef>
                <a:spcPts val="0"/>
              </a:spcBef>
              <a:spcAft>
                <a:spcPts val="0"/>
              </a:spcAft>
              <a:buSzPts val="1400"/>
              <a:buFont typeface="Anaheim"/>
              <a:buAutoNum type="arabicPeriod"/>
              <a:defRPr sz="1200">
                <a:solidFill>
                  <a:schemeClr val="lt1"/>
                </a:solidFill>
                <a:latin typeface="Rubik Light"/>
                <a:ea typeface="Rubik Light"/>
                <a:cs typeface="Rubik Light"/>
                <a:sym typeface="Rubik Light"/>
              </a:defRPr>
            </a:lvl4pPr>
            <a:lvl5pPr indent="-317500" lvl="4" marL="2286000" rtl="0">
              <a:spcBef>
                <a:spcPts val="0"/>
              </a:spcBef>
              <a:spcAft>
                <a:spcPts val="0"/>
              </a:spcAft>
              <a:buSzPts val="1400"/>
              <a:buFont typeface="Anaheim"/>
              <a:buAutoNum type="alphaLcPeriod"/>
              <a:defRPr sz="1200">
                <a:solidFill>
                  <a:schemeClr val="lt1"/>
                </a:solidFill>
                <a:latin typeface="Rubik Light"/>
                <a:ea typeface="Rubik Light"/>
                <a:cs typeface="Rubik Light"/>
                <a:sym typeface="Rubik Light"/>
              </a:defRPr>
            </a:lvl5pPr>
            <a:lvl6pPr indent="-317500" lvl="5" marL="2743200" rtl="0">
              <a:spcBef>
                <a:spcPts val="0"/>
              </a:spcBef>
              <a:spcAft>
                <a:spcPts val="0"/>
              </a:spcAft>
              <a:buSzPts val="1400"/>
              <a:buFont typeface="Anaheim"/>
              <a:buAutoNum type="romanLcPeriod"/>
              <a:defRPr sz="1200">
                <a:solidFill>
                  <a:schemeClr val="lt1"/>
                </a:solidFill>
                <a:latin typeface="Rubik Light"/>
                <a:ea typeface="Rubik Light"/>
                <a:cs typeface="Rubik Light"/>
                <a:sym typeface="Rubik Light"/>
              </a:defRPr>
            </a:lvl6pPr>
            <a:lvl7pPr indent="-317500" lvl="6" marL="3200400" rtl="0">
              <a:spcBef>
                <a:spcPts val="0"/>
              </a:spcBef>
              <a:spcAft>
                <a:spcPts val="0"/>
              </a:spcAft>
              <a:buSzPts val="1400"/>
              <a:buFont typeface="Anaheim"/>
              <a:buAutoNum type="arabicPeriod"/>
              <a:defRPr sz="1200">
                <a:solidFill>
                  <a:schemeClr val="lt1"/>
                </a:solidFill>
                <a:latin typeface="Rubik Light"/>
                <a:ea typeface="Rubik Light"/>
                <a:cs typeface="Rubik Light"/>
                <a:sym typeface="Rubik Light"/>
              </a:defRPr>
            </a:lvl7pPr>
            <a:lvl8pPr indent="-317500" lvl="7" marL="3657600" rtl="0">
              <a:spcBef>
                <a:spcPts val="0"/>
              </a:spcBef>
              <a:spcAft>
                <a:spcPts val="0"/>
              </a:spcAft>
              <a:buSzPts val="1400"/>
              <a:buFont typeface="Anaheim"/>
              <a:buAutoNum type="alphaLcPeriod"/>
              <a:defRPr sz="1200">
                <a:solidFill>
                  <a:schemeClr val="lt1"/>
                </a:solidFill>
                <a:latin typeface="Rubik Light"/>
                <a:ea typeface="Rubik Light"/>
                <a:cs typeface="Rubik Light"/>
                <a:sym typeface="Rubik Light"/>
              </a:defRPr>
            </a:lvl8pPr>
            <a:lvl9pPr indent="-317500" lvl="8" marL="4114800" rtl="0">
              <a:spcBef>
                <a:spcPts val="0"/>
              </a:spcBef>
              <a:spcAft>
                <a:spcPts val="0"/>
              </a:spcAft>
              <a:buSzPts val="1400"/>
              <a:buFont typeface="Anaheim"/>
              <a:buAutoNum type="romanLcPeriod"/>
              <a:defRPr sz="1200">
                <a:solidFill>
                  <a:schemeClr val="lt1"/>
                </a:solidFill>
                <a:latin typeface="Rubik Light"/>
                <a:ea typeface="Rubik Light"/>
                <a:cs typeface="Rubik Light"/>
                <a:sym typeface="Rubik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bg>
      <p:bgPr>
        <a:solidFill>
          <a:schemeClr val="dk1"/>
        </a:solidFill>
      </p:bgPr>
    </p:bg>
    <p:spTree>
      <p:nvGrpSpPr>
        <p:cNvPr id="135" name="Shape 135"/>
        <p:cNvGrpSpPr/>
        <p:nvPr/>
      </p:nvGrpSpPr>
      <p:grpSpPr>
        <a:xfrm>
          <a:off x="0" y="0"/>
          <a:ext cx="0" cy="0"/>
          <a:chOff x="0" y="0"/>
          <a:chExt cx="0" cy="0"/>
        </a:xfrm>
      </p:grpSpPr>
      <p:pic>
        <p:nvPicPr>
          <p:cNvPr id="136" name="Google Shape;136;p33"/>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37" name="Google Shape;137;p3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38" name="Google Shape;138;p33"/>
          <p:cNvSpPr txBox="1"/>
          <p:nvPr>
            <p:ph idx="1" type="subTitle"/>
          </p:nvPr>
        </p:nvSpPr>
        <p:spPr>
          <a:xfrm>
            <a:off x="720275" y="1264400"/>
            <a:ext cx="5966400" cy="6366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Font typeface="Rubik Light"/>
              <a:buNone/>
              <a:defRPr sz="1600">
                <a:solidFill>
                  <a:schemeClr val="lt1"/>
                </a:solidFill>
                <a:latin typeface="Rubik Light"/>
                <a:ea typeface="Rubik Light"/>
                <a:cs typeface="Rubik Light"/>
                <a:sym typeface="Rubik Light"/>
              </a:defRPr>
            </a:lvl1pPr>
            <a:lvl2pPr lvl="1"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2pPr>
            <a:lvl3pPr lvl="2"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3pPr>
            <a:lvl4pPr lvl="3"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4pPr>
            <a:lvl5pPr lvl="4"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5pPr>
            <a:lvl6pPr lvl="5"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6pPr>
            <a:lvl7pPr lvl="6"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7pPr>
            <a:lvl8pPr lvl="7"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8pPr>
            <a:lvl9pPr lvl="8"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9pPr>
          </a:lstStyle>
          <a:p/>
        </p:txBody>
      </p:sp>
      <p:sp>
        <p:nvSpPr>
          <p:cNvPr id="139" name="Google Shape;139;p33"/>
          <p:cNvSpPr txBox="1"/>
          <p:nvPr>
            <p:ph idx="2" type="subTitle"/>
          </p:nvPr>
        </p:nvSpPr>
        <p:spPr>
          <a:xfrm>
            <a:off x="720000" y="2068138"/>
            <a:ext cx="3757800" cy="2355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1pPr>
            <a:lvl2pPr lvl="1"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2pPr>
            <a:lvl3pPr lvl="2"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3pPr>
            <a:lvl4pPr lvl="3"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4pPr>
            <a:lvl5pPr lvl="4"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5pPr>
            <a:lvl6pPr lvl="5"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6pPr>
            <a:lvl7pPr lvl="6"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7pPr>
            <a:lvl8pPr lvl="7"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8pPr>
            <a:lvl9pPr lvl="8"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9pPr>
          </a:lstStyle>
          <a:p/>
        </p:txBody>
      </p:sp>
      <p:sp>
        <p:nvSpPr>
          <p:cNvPr id="140" name="Google Shape;140;p33"/>
          <p:cNvSpPr txBox="1"/>
          <p:nvPr>
            <p:ph idx="3" type="subTitle"/>
          </p:nvPr>
        </p:nvSpPr>
        <p:spPr>
          <a:xfrm>
            <a:off x="720534" y="2472038"/>
            <a:ext cx="3757800" cy="1867200"/>
          </a:xfrm>
          <a:prstGeom prst="rect">
            <a:avLst/>
          </a:prstGeom>
          <a:noFill/>
        </p:spPr>
        <p:txBody>
          <a:bodyPr anchorCtr="0" anchor="t" bIns="91425" lIns="91425" spcFirstLastPara="1" rIns="91425" wrap="square" tIns="91425">
            <a:noAutofit/>
          </a:bodyPr>
          <a:lstStyle>
            <a:lvl1pPr lvl="0" marR="50800" rtl="0">
              <a:lnSpc>
                <a:spcPct val="100000"/>
              </a:lnSpc>
              <a:spcBef>
                <a:spcPts val="0"/>
              </a:spcBef>
              <a:spcAft>
                <a:spcPts val="0"/>
              </a:spcAft>
              <a:buClr>
                <a:schemeClr val="lt1"/>
              </a:buClr>
              <a:buSzPts val="1400"/>
              <a:buFont typeface="Rubik Light"/>
              <a:buChar char="●"/>
              <a:defRPr sz="1400">
                <a:solidFill>
                  <a:schemeClr val="lt1"/>
                </a:solidFill>
                <a:latin typeface="Rubik Light"/>
                <a:ea typeface="Rubik Light"/>
                <a:cs typeface="Rubik Light"/>
                <a:sym typeface="Rubik Light"/>
              </a:defRPr>
            </a:lvl1pPr>
            <a:lvl2pPr lvl="1"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2pPr>
            <a:lvl3pPr lvl="2"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3pPr>
            <a:lvl4pPr lvl="3"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4pPr>
            <a:lvl5pPr lvl="4"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5pPr>
            <a:lvl6pPr lvl="5"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6pPr>
            <a:lvl7pPr lvl="6"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7pPr>
            <a:lvl8pPr lvl="7"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8pPr>
            <a:lvl9pPr lvl="8"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9pPr>
          </a:lstStyle>
          <a:p/>
        </p:txBody>
      </p:sp>
      <p:sp>
        <p:nvSpPr>
          <p:cNvPr id="141" name="Google Shape;141;p33"/>
          <p:cNvSpPr txBox="1"/>
          <p:nvPr>
            <p:ph idx="4" type="subTitle"/>
          </p:nvPr>
        </p:nvSpPr>
        <p:spPr>
          <a:xfrm>
            <a:off x="4665248" y="2068138"/>
            <a:ext cx="3758400" cy="2355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1pPr>
            <a:lvl2pPr lvl="1"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2pPr>
            <a:lvl3pPr lvl="2"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3pPr>
            <a:lvl4pPr lvl="3"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4pPr>
            <a:lvl5pPr lvl="4"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5pPr>
            <a:lvl6pPr lvl="5"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6pPr>
            <a:lvl7pPr lvl="6"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7pPr>
            <a:lvl8pPr lvl="7"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8pPr>
            <a:lvl9pPr lvl="8"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9pPr>
          </a:lstStyle>
          <a:p/>
        </p:txBody>
      </p:sp>
      <p:sp>
        <p:nvSpPr>
          <p:cNvPr id="142" name="Google Shape;142;p33"/>
          <p:cNvSpPr txBox="1"/>
          <p:nvPr>
            <p:ph idx="5" type="subTitle"/>
          </p:nvPr>
        </p:nvSpPr>
        <p:spPr>
          <a:xfrm>
            <a:off x="4665777" y="2470778"/>
            <a:ext cx="3758400" cy="18672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Font typeface="Rubik Light"/>
              <a:buChar char="●"/>
              <a:defRPr sz="1400">
                <a:solidFill>
                  <a:schemeClr val="lt1"/>
                </a:solidFill>
                <a:latin typeface="Rubik Light"/>
                <a:ea typeface="Rubik Light"/>
                <a:cs typeface="Rubik Light"/>
                <a:sym typeface="Rubik Light"/>
              </a:defRPr>
            </a:lvl1pPr>
            <a:lvl2pPr lvl="1"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2pPr>
            <a:lvl3pPr lvl="2"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3pPr>
            <a:lvl4pPr lvl="3"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4pPr>
            <a:lvl5pPr lvl="4"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5pPr>
            <a:lvl6pPr lvl="5"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6pPr>
            <a:lvl7pPr lvl="6"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7pPr>
            <a:lvl8pPr lvl="7"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8pPr>
            <a:lvl9pPr lvl="8"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1_1">
    <p:bg>
      <p:bgPr>
        <a:solidFill>
          <a:schemeClr val="dk1"/>
        </a:solidFill>
      </p:bgPr>
    </p:bg>
    <p:spTree>
      <p:nvGrpSpPr>
        <p:cNvPr id="143" name="Shape 143"/>
        <p:cNvGrpSpPr/>
        <p:nvPr/>
      </p:nvGrpSpPr>
      <p:grpSpPr>
        <a:xfrm>
          <a:off x="0" y="0"/>
          <a:ext cx="0" cy="0"/>
          <a:chOff x="0" y="0"/>
          <a:chExt cx="0" cy="0"/>
        </a:xfrm>
      </p:grpSpPr>
      <p:pic>
        <p:nvPicPr>
          <p:cNvPr id="144" name="Google Shape;144;p34"/>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45" name="Google Shape;145;p3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46" name="Google Shape;146;p34"/>
          <p:cNvSpPr txBox="1"/>
          <p:nvPr>
            <p:ph idx="1" type="subTitle"/>
          </p:nvPr>
        </p:nvSpPr>
        <p:spPr>
          <a:xfrm>
            <a:off x="720275" y="1264400"/>
            <a:ext cx="5966400" cy="6366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400"/>
              <a:buFont typeface="Rubik Light"/>
              <a:buNone/>
              <a:defRPr sz="1600">
                <a:solidFill>
                  <a:schemeClr val="lt1"/>
                </a:solidFill>
                <a:latin typeface="Rubik Light"/>
                <a:ea typeface="Rubik Light"/>
                <a:cs typeface="Rubik Light"/>
                <a:sym typeface="Rubik Light"/>
              </a:defRPr>
            </a:lvl1pPr>
            <a:lvl2pPr lvl="1"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2pPr>
            <a:lvl3pPr lvl="2"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3pPr>
            <a:lvl4pPr lvl="3"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4pPr>
            <a:lvl5pPr lvl="4"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5pPr>
            <a:lvl6pPr lvl="5"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6pPr>
            <a:lvl7pPr lvl="6"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7pPr>
            <a:lvl8pPr lvl="7"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8pPr>
            <a:lvl9pPr lvl="8" rtl="0">
              <a:lnSpc>
                <a:spcPct val="100000"/>
              </a:lnSpc>
              <a:spcBef>
                <a:spcPts val="0"/>
              </a:spcBef>
              <a:spcAft>
                <a:spcPts val="0"/>
              </a:spcAft>
              <a:buClr>
                <a:schemeClr val="lt1"/>
              </a:buClr>
              <a:buSzPts val="1400"/>
              <a:buFont typeface="Rubik Light"/>
              <a:buNone/>
              <a:defRPr>
                <a:solidFill>
                  <a:schemeClr val="lt1"/>
                </a:solidFill>
                <a:latin typeface="Rubik Light"/>
                <a:ea typeface="Rubik Light"/>
                <a:cs typeface="Rubik Light"/>
                <a:sym typeface="Rubik Light"/>
              </a:defRPr>
            </a:lvl9pPr>
          </a:lstStyle>
          <a:p/>
        </p:txBody>
      </p:sp>
      <p:sp>
        <p:nvSpPr>
          <p:cNvPr id="147" name="Google Shape;147;p34"/>
          <p:cNvSpPr txBox="1"/>
          <p:nvPr>
            <p:ph idx="2" type="subTitle"/>
          </p:nvPr>
        </p:nvSpPr>
        <p:spPr>
          <a:xfrm>
            <a:off x="720000" y="2068138"/>
            <a:ext cx="3757800" cy="2355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1pPr>
            <a:lvl2pPr lvl="1"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2pPr>
            <a:lvl3pPr lvl="2"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3pPr>
            <a:lvl4pPr lvl="3"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4pPr>
            <a:lvl5pPr lvl="4"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5pPr>
            <a:lvl6pPr lvl="5"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6pPr>
            <a:lvl7pPr lvl="6"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7pPr>
            <a:lvl8pPr lvl="7"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8pPr>
            <a:lvl9pPr lvl="8"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9pPr>
          </a:lstStyle>
          <a:p/>
        </p:txBody>
      </p:sp>
      <p:sp>
        <p:nvSpPr>
          <p:cNvPr id="148" name="Google Shape;148;p34"/>
          <p:cNvSpPr txBox="1"/>
          <p:nvPr>
            <p:ph idx="3" type="subTitle"/>
          </p:nvPr>
        </p:nvSpPr>
        <p:spPr>
          <a:xfrm>
            <a:off x="720534" y="2472038"/>
            <a:ext cx="3757800" cy="1867200"/>
          </a:xfrm>
          <a:prstGeom prst="rect">
            <a:avLst/>
          </a:prstGeom>
          <a:noFill/>
        </p:spPr>
        <p:txBody>
          <a:bodyPr anchorCtr="0" anchor="t" bIns="91425" lIns="91425" spcFirstLastPara="1" rIns="91425" wrap="square" tIns="91425">
            <a:noAutofit/>
          </a:bodyPr>
          <a:lstStyle>
            <a:lvl1pPr lvl="0" marR="50800" rtl="0">
              <a:lnSpc>
                <a:spcPct val="100000"/>
              </a:lnSpc>
              <a:spcBef>
                <a:spcPts val="0"/>
              </a:spcBef>
              <a:spcAft>
                <a:spcPts val="0"/>
              </a:spcAft>
              <a:buClr>
                <a:schemeClr val="lt1"/>
              </a:buClr>
              <a:buSzPts val="1400"/>
              <a:buFont typeface="Rubik Light"/>
              <a:buChar char="●"/>
              <a:defRPr sz="1400">
                <a:solidFill>
                  <a:schemeClr val="lt1"/>
                </a:solidFill>
                <a:latin typeface="Rubik Light"/>
                <a:ea typeface="Rubik Light"/>
                <a:cs typeface="Rubik Light"/>
                <a:sym typeface="Rubik Light"/>
              </a:defRPr>
            </a:lvl1pPr>
            <a:lvl2pPr lvl="1"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2pPr>
            <a:lvl3pPr lvl="2"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3pPr>
            <a:lvl4pPr lvl="3"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4pPr>
            <a:lvl5pPr lvl="4"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5pPr>
            <a:lvl6pPr lvl="5"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6pPr>
            <a:lvl7pPr lvl="6"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7pPr>
            <a:lvl8pPr lvl="7"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8pPr>
            <a:lvl9pPr lvl="8"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9pPr>
          </a:lstStyle>
          <a:p/>
        </p:txBody>
      </p:sp>
      <p:sp>
        <p:nvSpPr>
          <p:cNvPr id="149" name="Google Shape;149;p34"/>
          <p:cNvSpPr txBox="1"/>
          <p:nvPr>
            <p:ph idx="4" type="subTitle"/>
          </p:nvPr>
        </p:nvSpPr>
        <p:spPr>
          <a:xfrm>
            <a:off x="4665248" y="2068138"/>
            <a:ext cx="3758400" cy="2355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1pPr>
            <a:lvl2pPr lvl="1"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2pPr>
            <a:lvl3pPr lvl="2"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3pPr>
            <a:lvl4pPr lvl="3"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4pPr>
            <a:lvl5pPr lvl="4"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5pPr>
            <a:lvl6pPr lvl="5"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6pPr>
            <a:lvl7pPr lvl="6"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7pPr>
            <a:lvl8pPr lvl="7"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8pPr>
            <a:lvl9pPr lvl="8" rtl="0">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9pPr>
          </a:lstStyle>
          <a:p/>
        </p:txBody>
      </p:sp>
      <p:sp>
        <p:nvSpPr>
          <p:cNvPr id="150" name="Google Shape;150;p34"/>
          <p:cNvSpPr txBox="1"/>
          <p:nvPr>
            <p:ph idx="5" type="subTitle"/>
          </p:nvPr>
        </p:nvSpPr>
        <p:spPr>
          <a:xfrm>
            <a:off x="4665777" y="2470778"/>
            <a:ext cx="3758400" cy="18672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Font typeface="Rubik Light"/>
              <a:buChar char="●"/>
              <a:defRPr sz="1400">
                <a:solidFill>
                  <a:schemeClr val="lt1"/>
                </a:solidFill>
                <a:latin typeface="Rubik Light"/>
                <a:ea typeface="Rubik Light"/>
                <a:cs typeface="Rubik Light"/>
                <a:sym typeface="Rubik Light"/>
              </a:defRPr>
            </a:lvl1pPr>
            <a:lvl2pPr lvl="1"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2pPr>
            <a:lvl3pPr lvl="2"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3pPr>
            <a:lvl4pPr lvl="3"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4pPr>
            <a:lvl5pPr lvl="4"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5pPr>
            <a:lvl6pPr lvl="5"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6pPr>
            <a:lvl7pPr lvl="6"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7pPr>
            <a:lvl8pPr lvl="7"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8pPr>
            <a:lvl9pPr lvl="8" rtl="0">
              <a:lnSpc>
                <a:spcPct val="100000"/>
              </a:lnSpc>
              <a:spcBef>
                <a:spcPts val="0"/>
              </a:spcBef>
              <a:spcAft>
                <a:spcPts val="0"/>
              </a:spcAft>
              <a:buClr>
                <a:schemeClr val="lt1"/>
              </a:buClr>
              <a:buSzPts val="1400"/>
              <a:buFont typeface="Rubik Light"/>
              <a:buChar char="■"/>
              <a:defRPr>
                <a:solidFill>
                  <a:schemeClr val="lt1"/>
                </a:solidFill>
                <a:latin typeface="Rubik Light"/>
                <a:ea typeface="Rubik Light"/>
                <a:cs typeface="Rubik Light"/>
                <a:sym typeface="Rubik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0">
    <p:bg>
      <p:bgPr>
        <a:solidFill>
          <a:schemeClr val="dk1"/>
        </a:solidFill>
      </p:bgPr>
    </p:bg>
    <p:spTree>
      <p:nvGrpSpPr>
        <p:cNvPr id="151" name="Shape 151"/>
        <p:cNvGrpSpPr/>
        <p:nvPr/>
      </p:nvGrpSpPr>
      <p:grpSpPr>
        <a:xfrm>
          <a:off x="0" y="0"/>
          <a:ext cx="0" cy="0"/>
          <a:chOff x="0" y="0"/>
          <a:chExt cx="0" cy="0"/>
        </a:xfrm>
      </p:grpSpPr>
      <p:pic>
        <p:nvPicPr>
          <p:cNvPr id="152" name="Google Shape;152;p35"/>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53" name="Google Shape;153;p3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54" name="Google Shape;154;p35"/>
          <p:cNvSpPr txBox="1"/>
          <p:nvPr>
            <p:ph idx="2" type="title"/>
          </p:nvPr>
        </p:nvSpPr>
        <p:spPr>
          <a:xfrm>
            <a:off x="1918725" y="1571025"/>
            <a:ext cx="2252100" cy="378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55" name="Google Shape;155;p35"/>
          <p:cNvSpPr txBox="1"/>
          <p:nvPr>
            <p:ph idx="3" type="title"/>
          </p:nvPr>
        </p:nvSpPr>
        <p:spPr>
          <a:xfrm>
            <a:off x="4395200" y="3011700"/>
            <a:ext cx="4028700" cy="399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56" name="Google Shape;156;p35"/>
          <p:cNvSpPr txBox="1"/>
          <p:nvPr>
            <p:ph idx="1" type="subTitle"/>
          </p:nvPr>
        </p:nvSpPr>
        <p:spPr>
          <a:xfrm>
            <a:off x="1918725" y="1949125"/>
            <a:ext cx="2252100" cy="239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7" name="Google Shape;157;p35"/>
          <p:cNvSpPr txBox="1"/>
          <p:nvPr>
            <p:ph idx="4" type="subTitle"/>
          </p:nvPr>
        </p:nvSpPr>
        <p:spPr>
          <a:xfrm>
            <a:off x="4395200" y="3410700"/>
            <a:ext cx="4028700" cy="903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bg>
      <p:bgPr>
        <a:solidFill>
          <a:schemeClr val="dk1"/>
        </a:solidFill>
      </p:bgPr>
    </p:bg>
    <p:spTree>
      <p:nvGrpSpPr>
        <p:cNvPr id="158" name="Shape 158"/>
        <p:cNvGrpSpPr/>
        <p:nvPr/>
      </p:nvGrpSpPr>
      <p:grpSpPr>
        <a:xfrm>
          <a:off x="0" y="0"/>
          <a:ext cx="0" cy="0"/>
          <a:chOff x="0" y="0"/>
          <a:chExt cx="0" cy="0"/>
        </a:xfrm>
      </p:grpSpPr>
      <p:pic>
        <p:nvPicPr>
          <p:cNvPr id="159" name="Google Shape;159;p36"/>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60" name="Google Shape;160;p3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61" name="Google Shape;161;p36"/>
          <p:cNvSpPr txBox="1"/>
          <p:nvPr>
            <p:ph idx="2" type="title"/>
          </p:nvPr>
        </p:nvSpPr>
        <p:spPr>
          <a:xfrm>
            <a:off x="2017896" y="1464300"/>
            <a:ext cx="1933200" cy="399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62" name="Google Shape;162;p36"/>
          <p:cNvSpPr txBox="1"/>
          <p:nvPr>
            <p:ph idx="3" type="title"/>
          </p:nvPr>
        </p:nvSpPr>
        <p:spPr>
          <a:xfrm>
            <a:off x="4261550" y="1464300"/>
            <a:ext cx="1931400" cy="399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63" name="Google Shape;163;p36"/>
          <p:cNvSpPr txBox="1"/>
          <p:nvPr>
            <p:ph idx="1" type="subTitle"/>
          </p:nvPr>
        </p:nvSpPr>
        <p:spPr>
          <a:xfrm>
            <a:off x="2017900" y="1863300"/>
            <a:ext cx="1933200" cy="2487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36"/>
          <p:cNvSpPr txBox="1"/>
          <p:nvPr>
            <p:ph idx="4" type="subTitle"/>
          </p:nvPr>
        </p:nvSpPr>
        <p:spPr>
          <a:xfrm>
            <a:off x="4261550" y="1863300"/>
            <a:ext cx="1931400" cy="1069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5" name="Google Shape;165;p36"/>
          <p:cNvSpPr txBox="1"/>
          <p:nvPr>
            <p:ph idx="5" type="title"/>
          </p:nvPr>
        </p:nvSpPr>
        <p:spPr>
          <a:xfrm>
            <a:off x="6503400" y="1464300"/>
            <a:ext cx="1933200" cy="399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66" name="Google Shape;166;p36"/>
          <p:cNvSpPr txBox="1"/>
          <p:nvPr>
            <p:ph idx="6" type="subTitle"/>
          </p:nvPr>
        </p:nvSpPr>
        <p:spPr>
          <a:xfrm>
            <a:off x="6503400" y="1863300"/>
            <a:ext cx="1933200" cy="1069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_2">
    <p:bg>
      <p:bgPr>
        <a:solidFill>
          <a:schemeClr val="dk1"/>
        </a:solidFill>
      </p:bgPr>
    </p:bg>
    <p:spTree>
      <p:nvGrpSpPr>
        <p:cNvPr id="167" name="Shape 167"/>
        <p:cNvGrpSpPr/>
        <p:nvPr/>
      </p:nvGrpSpPr>
      <p:grpSpPr>
        <a:xfrm>
          <a:off x="0" y="0"/>
          <a:ext cx="0" cy="0"/>
          <a:chOff x="0" y="0"/>
          <a:chExt cx="0" cy="0"/>
        </a:xfrm>
      </p:grpSpPr>
      <p:pic>
        <p:nvPicPr>
          <p:cNvPr id="168" name="Google Shape;168;p37"/>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69" name="Google Shape;169;p3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70" name="Google Shape;170;p37"/>
          <p:cNvSpPr txBox="1"/>
          <p:nvPr>
            <p:ph idx="2" type="title"/>
          </p:nvPr>
        </p:nvSpPr>
        <p:spPr>
          <a:xfrm>
            <a:off x="2503200" y="1236400"/>
            <a:ext cx="2320200" cy="349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71" name="Google Shape;171;p37"/>
          <p:cNvSpPr txBox="1"/>
          <p:nvPr>
            <p:ph idx="3" type="title"/>
          </p:nvPr>
        </p:nvSpPr>
        <p:spPr>
          <a:xfrm>
            <a:off x="2503200" y="2436443"/>
            <a:ext cx="2322000" cy="349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72" name="Google Shape;172;p37"/>
          <p:cNvSpPr txBox="1"/>
          <p:nvPr>
            <p:ph idx="1" type="subTitle"/>
          </p:nvPr>
        </p:nvSpPr>
        <p:spPr>
          <a:xfrm>
            <a:off x="2503200" y="1585722"/>
            <a:ext cx="2320200" cy="582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3" name="Google Shape;173;p37"/>
          <p:cNvSpPr txBox="1"/>
          <p:nvPr>
            <p:ph idx="4" type="subTitle"/>
          </p:nvPr>
        </p:nvSpPr>
        <p:spPr>
          <a:xfrm>
            <a:off x="2503200" y="2785765"/>
            <a:ext cx="2322000" cy="582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4" name="Google Shape;174;p37"/>
          <p:cNvSpPr txBox="1"/>
          <p:nvPr>
            <p:ph idx="5" type="title"/>
          </p:nvPr>
        </p:nvSpPr>
        <p:spPr>
          <a:xfrm>
            <a:off x="2503200" y="3636507"/>
            <a:ext cx="2320200" cy="349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75" name="Google Shape;175;p37"/>
          <p:cNvSpPr txBox="1"/>
          <p:nvPr>
            <p:ph idx="6" type="subTitle"/>
          </p:nvPr>
        </p:nvSpPr>
        <p:spPr>
          <a:xfrm>
            <a:off x="2503205" y="3985831"/>
            <a:ext cx="2320200" cy="582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_2_1">
    <p:bg>
      <p:bgPr>
        <a:solidFill>
          <a:schemeClr val="dk1"/>
        </a:solidFill>
      </p:bgPr>
    </p:bg>
    <p:spTree>
      <p:nvGrpSpPr>
        <p:cNvPr id="176" name="Shape 176"/>
        <p:cNvGrpSpPr/>
        <p:nvPr/>
      </p:nvGrpSpPr>
      <p:grpSpPr>
        <a:xfrm>
          <a:off x="0" y="0"/>
          <a:ext cx="0" cy="0"/>
          <a:chOff x="0" y="0"/>
          <a:chExt cx="0" cy="0"/>
        </a:xfrm>
      </p:grpSpPr>
      <p:pic>
        <p:nvPicPr>
          <p:cNvPr id="177" name="Google Shape;177;p38"/>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78" name="Google Shape;178;p3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79" name="Google Shape;179;p38"/>
          <p:cNvSpPr txBox="1"/>
          <p:nvPr>
            <p:ph idx="2" type="title"/>
          </p:nvPr>
        </p:nvSpPr>
        <p:spPr>
          <a:xfrm>
            <a:off x="720000" y="2732013"/>
            <a:ext cx="2320200" cy="36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80" name="Google Shape;180;p38"/>
          <p:cNvSpPr txBox="1"/>
          <p:nvPr>
            <p:ph idx="3" type="title"/>
          </p:nvPr>
        </p:nvSpPr>
        <p:spPr>
          <a:xfrm>
            <a:off x="6102000" y="2732033"/>
            <a:ext cx="2322000" cy="36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81" name="Google Shape;181;p38"/>
          <p:cNvSpPr txBox="1"/>
          <p:nvPr>
            <p:ph idx="1" type="subTitle"/>
          </p:nvPr>
        </p:nvSpPr>
        <p:spPr>
          <a:xfrm>
            <a:off x="720000" y="3170030"/>
            <a:ext cx="2320200" cy="603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2" name="Google Shape;182;p38"/>
          <p:cNvSpPr txBox="1"/>
          <p:nvPr>
            <p:ph idx="4" type="subTitle"/>
          </p:nvPr>
        </p:nvSpPr>
        <p:spPr>
          <a:xfrm>
            <a:off x="6102000" y="3170051"/>
            <a:ext cx="2322000" cy="603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3" name="Google Shape;183;p38"/>
          <p:cNvSpPr txBox="1"/>
          <p:nvPr>
            <p:ph idx="5" type="title"/>
          </p:nvPr>
        </p:nvSpPr>
        <p:spPr>
          <a:xfrm>
            <a:off x="3411902" y="2732025"/>
            <a:ext cx="2320200" cy="36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84" name="Google Shape;184;p38"/>
          <p:cNvSpPr txBox="1"/>
          <p:nvPr>
            <p:ph idx="6" type="subTitle"/>
          </p:nvPr>
        </p:nvSpPr>
        <p:spPr>
          <a:xfrm>
            <a:off x="3411902" y="3170044"/>
            <a:ext cx="2320200" cy="603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_1">
    <p:bg>
      <p:bgPr>
        <a:solidFill>
          <a:schemeClr val="dk1"/>
        </a:solidFill>
      </p:bgPr>
    </p:bg>
    <p:spTree>
      <p:nvGrpSpPr>
        <p:cNvPr id="185" name="Shape 185"/>
        <p:cNvGrpSpPr/>
        <p:nvPr/>
      </p:nvGrpSpPr>
      <p:grpSpPr>
        <a:xfrm>
          <a:off x="0" y="0"/>
          <a:ext cx="0" cy="0"/>
          <a:chOff x="0" y="0"/>
          <a:chExt cx="0" cy="0"/>
        </a:xfrm>
      </p:grpSpPr>
      <p:pic>
        <p:nvPicPr>
          <p:cNvPr id="186" name="Google Shape;186;p39"/>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87" name="Google Shape;187;p3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88" name="Google Shape;188;p39"/>
          <p:cNvSpPr txBox="1"/>
          <p:nvPr>
            <p:ph idx="2" type="title"/>
          </p:nvPr>
        </p:nvSpPr>
        <p:spPr>
          <a:xfrm>
            <a:off x="720000" y="1669464"/>
            <a:ext cx="1931400" cy="307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89" name="Google Shape;189;p39"/>
          <p:cNvSpPr txBox="1"/>
          <p:nvPr>
            <p:ph idx="1" type="subTitle"/>
          </p:nvPr>
        </p:nvSpPr>
        <p:spPr>
          <a:xfrm>
            <a:off x="720000" y="2053163"/>
            <a:ext cx="1931400" cy="702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0" name="Google Shape;190;p39"/>
          <p:cNvSpPr txBox="1"/>
          <p:nvPr>
            <p:ph idx="3" type="title"/>
          </p:nvPr>
        </p:nvSpPr>
        <p:spPr>
          <a:xfrm>
            <a:off x="3651980" y="1669464"/>
            <a:ext cx="1933200" cy="307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91" name="Google Shape;191;p39"/>
          <p:cNvSpPr txBox="1"/>
          <p:nvPr>
            <p:ph idx="4" type="subTitle"/>
          </p:nvPr>
        </p:nvSpPr>
        <p:spPr>
          <a:xfrm>
            <a:off x="3651977" y="2053163"/>
            <a:ext cx="1933200" cy="702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2" name="Google Shape;192;p39"/>
          <p:cNvSpPr txBox="1"/>
          <p:nvPr>
            <p:ph idx="5" type="title"/>
          </p:nvPr>
        </p:nvSpPr>
        <p:spPr>
          <a:xfrm>
            <a:off x="3652000" y="3148187"/>
            <a:ext cx="1931400" cy="307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93" name="Google Shape;193;p39"/>
          <p:cNvSpPr txBox="1"/>
          <p:nvPr>
            <p:ph idx="6" type="subTitle"/>
          </p:nvPr>
        </p:nvSpPr>
        <p:spPr>
          <a:xfrm>
            <a:off x="3652000" y="3531887"/>
            <a:ext cx="19314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4" name="Google Shape;194;p39"/>
          <p:cNvSpPr txBox="1"/>
          <p:nvPr>
            <p:ph idx="7" type="title"/>
          </p:nvPr>
        </p:nvSpPr>
        <p:spPr>
          <a:xfrm>
            <a:off x="6492355" y="3148187"/>
            <a:ext cx="1933200" cy="307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95" name="Google Shape;195;p39"/>
          <p:cNvSpPr txBox="1"/>
          <p:nvPr>
            <p:ph idx="8" type="subTitle"/>
          </p:nvPr>
        </p:nvSpPr>
        <p:spPr>
          <a:xfrm>
            <a:off x="6492355" y="3531887"/>
            <a:ext cx="19332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Rubik Light"/>
              <a:buNone/>
              <a:defRPr sz="1400">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bg>
      <p:bgPr>
        <a:solidFill>
          <a:schemeClr val="dk1"/>
        </a:solidFill>
      </p:bgPr>
    </p:bg>
    <p:spTree>
      <p:nvGrpSpPr>
        <p:cNvPr id="196" name="Shape 196"/>
        <p:cNvGrpSpPr/>
        <p:nvPr/>
      </p:nvGrpSpPr>
      <p:grpSpPr>
        <a:xfrm>
          <a:off x="0" y="0"/>
          <a:ext cx="0" cy="0"/>
          <a:chOff x="0" y="0"/>
          <a:chExt cx="0" cy="0"/>
        </a:xfrm>
      </p:grpSpPr>
      <p:pic>
        <p:nvPicPr>
          <p:cNvPr id="197" name="Google Shape;197;p40"/>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198" name="Google Shape;198;p4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199" name="Google Shape;199;p40"/>
          <p:cNvSpPr txBox="1"/>
          <p:nvPr>
            <p:ph idx="2" type="title"/>
          </p:nvPr>
        </p:nvSpPr>
        <p:spPr>
          <a:xfrm>
            <a:off x="3466898" y="1285050"/>
            <a:ext cx="2210100" cy="399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200" name="Google Shape;200;p40"/>
          <p:cNvSpPr txBox="1"/>
          <p:nvPr>
            <p:ph idx="1" type="subTitle"/>
          </p:nvPr>
        </p:nvSpPr>
        <p:spPr>
          <a:xfrm>
            <a:off x="3466899" y="1684050"/>
            <a:ext cx="2210100" cy="600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1" name="Google Shape;201;p40"/>
          <p:cNvSpPr txBox="1"/>
          <p:nvPr>
            <p:ph idx="3" type="title"/>
          </p:nvPr>
        </p:nvSpPr>
        <p:spPr>
          <a:xfrm>
            <a:off x="6213796" y="2411900"/>
            <a:ext cx="2210100" cy="399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202" name="Google Shape;202;p40"/>
          <p:cNvSpPr txBox="1"/>
          <p:nvPr>
            <p:ph idx="4" type="subTitle"/>
          </p:nvPr>
        </p:nvSpPr>
        <p:spPr>
          <a:xfrm>
            <a:off x="6213799" y="2810900"/>
            <a:ext cx="2210100" cy="600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3" name="Google Shape;203;p40"/>
          <p:cNvSpPr txBox="1"/>
          <p:nvPr>
            <p:ph idx="5" type="title"/>
          </p:nvPr>
        </p:nvSpPr>
        <p:spPr>
          <a:xfrm>
            <a:off x="3466898" y="2411900"/>
            <a:ext cx="2210100" cy="399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204" name="Google Shape;204;p40"/>
          <p:cNvSpPr txBox="1"/>
          <p:nvPr>
            <p:ph idx="6" type="subTitle"/>
          </p:nvPr>
        </p:nvSpPr>
        <p:spPr>
          <a:xfrm>
            <a:off x="3466899" y="2810900"/>
            <a:ext cx="2210100" cy="600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5" name="Google Shape;205;p40"/>
          <p:cNvSpPr txBox="1"/>
          <p:nvPr>
            <p:ph idx="7" type="title"/>
          </p:nvPr>
        </p:nvSpPr>
        <p:spPr>
          <a:xfrm>
            <a:off x="6213796" y="3538750"/>
            <a:ext cx="2210100" cy="399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206" name="Google Shape;206;p40"/>
          <p:cNvSpPr txBox="1"/>
          <p:nvPr>
            <p:ph idx="8" type="subTitle"/>
          </p:nvPr>
        </p:nvSpPr>
        <p:spPr>
          <a:xfrm>
            <a:off x="6213799" y="3937750"/>
            <a:ext cx="2210100" cy="600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7" name="Google Shape;207;p40"/>
          <p:cNvSpPr txBox="1"/>
          <p:nvPr>
            <p:ph idx="9" type="title"/>
          </p:nvPr>
        </p:nvSpPr>
        <p:spPr>
          <a:xfrm>
            <a:off x="720000" y="1285050"/>
            <a:ext cx="2210100" cy="399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208" name="Google Shape;208;p40"/>
          <p:cNvSpPr txBox="1"/>
          <p:nvPr>
            <p:ph idx="13" type="subTitle"/>
          </p:nvPr>
        </p:nvSpPr>
        <p:spPr>
          <a:xfrm>
            <a:off x="720000" y="1684050"/>
            <a:ext cx="2210100" cy="600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9" name="Google Shape;209;p40"/>
          <p:cNvSpPr txBox="1"/>
          <p:nvPr>
            <p:ph idx="14" type="title"/>
          </p:nvPr>
        </p:nvSpPr>
        <p:spPr>
          <a:xfrm>
            <a:off x="720000" y="2411900"/>
            <a:ext cx="2210100" cy="399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400"/>
              <a:buFont typeface="Rubik"/>
              <a:buNone/>
              <a:defRPr b="1" sz="2000">
                <a:solidFill>
                  <a:schemeClr val="lt1"/>
                </a:solidFill>
                <a:latin typeface="Rubik"/>
                <a:ea typeface="Rubik"/>
                <a:cs typeface="Rubik"/>
                <a:sym typeface="Rubik"/>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p:txBody>
      </p:sp>
      <p:sp>
        <p:nvSpPr>
          <p:cNvPr id="210" name="Google Shape;210;p40"/>
          <p:cNvSpPr txBox="1"/>
          <p:nvPr>
            <p:ph idx="15" type="subTitle"/>
          </p:nvPr>
        </p:nvSpPr>
        <p:spPr>
          <a:xfrm>
            <a:off x="720000" y="2810900"/>
            <a:ext cx="2210100" cy="600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bg>
      <p:bgPr>
        <a:solidFill>
          <a:schemeClr val="dk1"/>
        </a:solidFill>
      </p:bgPr>
    </p:bg>
    <p:spTree>
      <p:nvGrpSpPr>
        <p:cNvPr id="211" name="Shape 211"/>
        <p:cNvGrpSpPr/>
        <p:nvPr/>
      </p:nvGrpSpPr>
      <p:grpSpPr>
        <a:xfrm>
          <a:off x="0" y="0"/>
          <a:ext cx="0" cy="0"/>
          <a:chOff x="0" y="0"/>
          <a:chExt cx="0" cy="0"/>
        </a:xfrm>
      </p:grpSpPr>
      <p:pic>
        <p:nvPicPr>
          <p:cNvPr id="212" name="Google Shape;212;p41"/>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213" name="Google Shape;213;p41"/>
          <p:cNvSpPr txBox="1"/>
          <p:nvPr>
            <p:ph type="ctrTitle"/>
          </p:nvPr>
        </p:nvSpPr>
        <p:spPr>
          <a:xfrm>
            <a:off x="2293525" y="540000"/>
            <a:ext cx="4585500" cy="1381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0000"/>
              <a:buFont typeface="UnifrakturMaguntia"/>
              <a:buNone/>
              <a:defRPr sz="10000">
                <a:solidFill>
                  <a:schemeClr val="lt1"/>
                </a:solidFill>
                <a:latin typeface="UnifrakturMaguntia"/>
                <a:ea typeface="UnifrakturMaguntia"/>
                <a:cs typeface="UnifrakturMaguntia"/>
                <a:sym typeface="UnifrakturMaguntia"/>
              </a:defRPr>
            </a:lvl1pPr>
            <a:lvl2pPr lvl="1" rtl="0" algn="ctr">
              <a:spcBef>
                <a:spcPts val="0"/>
              </a:spcBef>
              <a:spcAft>
                <a:spcPts val="0"/>
              </a:spcAft>
              <a:buClr>
                <a:schemeClr val="lt1"/>
              </a:buClr>
              <a:buSzPts val="5200"/>
              <a:buFont typeface="UnifrakturMaguntia"/>
              <a:buNone/>
              <a:defRPr sz="5200">
                <a:solidFill>
                  <a:schemeClr val="lt1"/>
                </a:solidFill>
                <a:latin typeface="UnifrakturMaguntia"/>
                <a:ea typeface="UnifrakturMaguntia"/>
                <a:cs typeface="UnifrakturMaguntia"/>
                <a:sym typeface="UnifrakturMaguntia"/>
              </a:defRPr>
            </a:lvl2pPr>
            <a:lvl3pPr lvl="2" rtl="0" algn="ctr">
              <a:spcBef>
                <a:spcPts val="0"/>
              </a:spcBef>
              <a:spcAft>
                <a:spcPts val="0"/>
              </a:spcAft>
              <a:buClr>
                <a:schemeClr val="lt1"/>
              </a:buClr>
              <a:buSzPts val="5200"/>
              <a:buFont typeface="UnifrakturMaguntia"/>
              <a:buNone/>
              <a:defRPr sz="5200">
                <a:solidFill>
                  <a:schemeClr val="lt1"/>
                </a:solidFill>
                <a:latin typeface="UnifrakturMaguntia"/>
                <a:ea typeface="UnifrakturMaguntia"/>
                <a:cs typeface="UnifrakturMaguntia"/>
                <a:sym typeface="UnifrakturMaguntia"/>
              </a:defRPr>
            </a:lvl3pPr>
            <a:lvl4pPr lvl="3" rtl="0" algn="ctr">
              <a:spcBef>
                <a:spcPts val="0"/>
              </a:spcBef>
              <a:spcAft>
                <a:spcPts val="0"/>
              </a:spcAft>
              <a:buClr>
                <a:schemeClr val="lt1"/>
              </a:buClr>
              <a:buSzPts val="5200"/>
              <a:buFont typeface="UnifrakturMaguntia"/>
              <a:buNone/>
              <a:defRPr sz="5200">
                <a:solidFill>
                  <a:schemeClr val="lt1"/>
                </a:solidFill>
                <a:latin typeface="UnifrakturMaguntia"/>
                <a:ea typeface="UnifrakturMaguntia"/>
                <a:cs typeface="UnifrakturMaguntia"/>
                <a:sym typeface="UnifrakturMaguntia"/>
              </a:defRPr>
            </a:lvl4pPr>
            <a:lvl5pPr lvl="4" rtl="0" algn="ctr">
              <a:spcBef>
                <a:spcPts val="0"/>
              </a:spcBef>
              <a:spcAft>
                <a:spcPts val="0"/>
              </a:spcAft>
              <a:buClr>
                <a:schemeClr val="lt1"/>
              </a:buClr>
              <a:buSzPts val="5200"/>
              <a:buFont typeface="UnifrakturMaguntia"/>
              <a:buNone/>
              <a:defRPr sz="5200">
                <a:solidFill>
                  <a:schemeClr val="lt1"/>
                </a:solidFill>
                <a:latin typeface="UnifrakturMaguntia"/>
                <a:ea typeface="UnifrakturMaguntia"/>
                <a:cs typeface="UnifrakturMaguntia"/>
                <a:sym typeface="UnifrakturMaguntia"/>
              </a:defRPr>
            </a:lvl5pPr>
            <a:lvl6pPr lvl="5" rtl="0" algn="ctr">
              <a:spcBef>
                <a:spcPts val="0"/>
              </a:spcBef>
              <a:spcAft>
                <a:spcPts val="0"/>
              </a:spcAft>
              <a:buClr>
                <a:schemeClr val="lt1"/>
              </a:buClr>
              <a:buSzPts val="5200"/>
              <a:buFont typeface="UnifrakturMaguntia"/>
              <a:buNone/>
              <a:defRPr sz="5200">
                <a:solidFill>
                  <a:schemeClr val="lt1"/>
                </a:solidFill>
                <a:latin typeface="UnifrakturMaguntia"/>
                <a:ea typeface="UnifrakturMaguntia"/>
                <a:cs typeface="UnifrakturMaguntia"/>
                <a:sym typeface="UnifrakturMaguntia"/>
              </a:defRPr>
            </a:lvl6pPr>
            <a:lvl7pPr lvl="6" rtl="0" algn="ctr">
              <a:spcBef>
                <a:spcPts val="0"/>
              </a:spcBef>
              <a:spcAft>
                <a:spcPts val="0"/>
              </a:spcAft>
              <a:buClr>
                <a:schemeClr val="lt1"/>
              </a:buClr>
              <a:buSzPts val="5200"/>
              <a:buFont typeface="UnifrakturMaguntia"/>
              <a:buNone/>
              <a:defRPr sz="5200">
                <a:solidFill>
                  <a:schemeClr val="lt1"/>
                </a:solidFill>
                <a:latin typeface="UnifrakturMaguntia"/>
                <a:ea typeface="UnifrakturMaguntia"/>
                <a:cs typeface="UnifrakturMaguntia"/>
                <a:sym typeface="UnifrakturMaguntia"/>
              </a:defRPr>
            </a:lvl7pPr>
            <a:lvl8pPr lvl="7" rtl="0" algn="ctr">
              <a:spcBef>
                <a:spcPts val="0"/>
              </a:spcBef>
              <a:spcAft>
                <a:spcPts val="0"/>
              </a:spcAft>
              <a:buClr>
                <a:schemeClr val="lt1"/>
              </a:buClr>
              <a:buSzPts val="5200"/>
              <a:buFont typeface="UnifrakturMaguntia"/>
              <a:buNone/>
              <a:defRPr sz="5200">
                <a:solidFill>
                  <a:schemeClr val="lt1"/>
                </a:solidFill>
                <a:latin typeface="UnifrakturMaguntia"/>
                <a:ea typeface="UnifrakturMaguntia"/>
                <a:cs typeface="UnifrakturMaguntia"/>
                <a:sym typeface="UnifrakturMaguntia"/>
              </a:defRPr>
            </a:lvl8pPr>
            <a:lvl9pPr lvl="8" rtl="0" algn="ctr">
              <a:spcBef>
                <a:spcPts val="0"/>
              </a:spcBef>
              <a:spcAft>
                <a:spcPts val="0"/>
              </a:spcAft>
              <a:buClr>
                <a:schemeClr val="lt1"/>
              </a:buClr>
              <a:buSzPts val="5200"/>
              <a:buFont typeface="UnifrakturMaguntia"/>
              <a:buNone/>
              <a:defRPr sz="5200">
                <a:solidFill>
                  <a:schemeClr val="lt1"/>
                </a:solidFill>
                <a:latin typeface="UnifrakturMaguntia"/>
                <a:ea typeface="UnifrakturMaguntia"/>
                <a:cs typeface="UnifrakturMaguntia"/>
                <a:sym typeface="UnifrakturMaguntia"/>
              </a:defRPr>
            </a:lvl9pPr>
          </a:lstStyle>
          <a:p/>
        </p:txBody>
      </p:sp>
      <p:sp>
        <p:nvSpPr>
          <p:cNvPr id="214" name="Google Shape;214;p41"/>
          <p:cNvSpPr txBox="1"/>
          <p:nvPr>
            <p:ph idx="1" type="subTitle"/>
          </p:nvPr>
        </p:nvSpPr>
        <p:spPr>
          <a:xfrm>
            <a:off x="2300825" y="2522000"/>
            <a:ext cx="4578300" cy="31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2000"/>
              <a:buFont typeface="Rubik"/>
              <a:buNone/>
              <a:defRPr b="1" sz="2000">
                <a:solidFill>
                  <a:schemeClr val="lt1"/>
                </a:solidFill>
                <a:latin typeface="Rubik"/>
                <a:ea typeface="Rubik"/>
                <a:cs typeface="Rubik"/>
                <a:sym typeface="Rubik"/>
              </a:defRPr>
            </a:lvl1pPr>
            <a:lvl2pPr lvl="1" rtl="0">
              <a:spcBef>
                <a:spcPts val="0"/>
              </a:spcBef>
              <a:spcAft>
                <a:spcPts val="0"/>
              </a:spcAft>
              <a:buClr>
                <a:schemeClr val="lt1"/>
              </a:buClr>
              <a:buSzPts val="1400"/>
              <a:buFont typeface="UnifrakturMaguntia"/>
              <a:buNone/>
              <a:defRPr>
                <a:solidFill>
                  <a:schemeClr val="lt1"/>
                </a:solidFill>
                <a:latin typeface="UnifrakturMaguntia"/>
                <a:ea typeface="UnifrakturMaguntia"/>
                <a:cs typeface="UnifrakturMaguntia"/>
                <a:sym typeface="UnifrakturMaguntia"/>
              </a:defRPr>
            </a:lvl2pPr>
            <a:lvl3pPr lvl="2" rtl="0">
              <a:spcBef>
                <a:spcPts val="0"/>
              </a:spcBef>
              <a:spcAft>
                <a:spcPts val="0"/>
              </a:spcAft>
              <a:buClr>
                <a:schemeClr val="lt1"/>
              </a:buClr>
              <a:buSzPts val="1400"/>
              <a:buFont typeface="UnifrakturMaguntia"/>
              <a:buNone/>
              <a:defRPr>
                <a:solidFill>
                  <a:schemeClr val="lt1"/>
                </a:solidFill>
                <a:latin typeface="UnifrakturMaguntia"/>
                <a:ea typeface="UnifrakturMaguntia"/>
                <a:cs typeface="UnifrakturMaguntia"/>
                <a:sym typeface="UnifrakturMaguntia"/>
              </a:defRPr>
            </a:lvl3pPr>
            <a:lvl4pPr lvl="3" rtl="0">
              <a:spcBef>
                <a:spcPts val="0"/>
              </a:spcBef>
              <a:spcAft>
                <a:spcPts val="0"/>
              </a:spcAft>
              <a:buClr>
                <a:schemeClr val="lt1"/>
              </a:buClr>
              <a:buSzPts val="1400"/>
              <a:buFont typeface="UnifrakturMaguntia"/>
              <a:buNone/>
              <a:defRPr>
                <a:solidFill>
                  <a:schemeClr val="lt1"/>
                </a:solidFill>
                <a:latin typeface="UnifrakturMaguntia"/>
                <a:ea typeface="UnifrakturMaguntia"/>
                <a:cs typeface="UnifrakturMaguntia"/>
                <a:sym typeface="UnifrakturMaguntia"/>
              </a:defRPr>
            </a:lvl4pPr>
            <a:lvl5pPr lvl="4" rtl="0">
              <a:spcBef>
                <a:spcPts val="0"/>
              </a:spcBef>
              <a:spcAft>
                <a:spcPts val="0"/>
              </a:spcAft>
              <a:buClr>
                <a:schemeClr val="lt1"/>
              </a:buClr>
              <a:buSzPts val="1400"/>
              <a:buFont typeface="UnifrakturMaguntia"/>
              <a:buNone/>
              <a:defRPr>
                <a:solidFill>
                  <a:schemeClr val="lt1"/>
                </a:solidFill>
                <a:latin typeface="UnifrakturMaguntia"/>
                <a:ea typeface="UnifrakturMaguntia"/>
                <a:cs typeface="UnifrakturMaguntia"/>
                <a:sym typeface="UnifrakturMaguntia"/>
              </a:defRPr>
            </a:lvl5pPr>
            <a:lvl6pPr lvl="5" rtl="0">
              <a:spcBef>
                <a:spcPts val="0"/>
              </a:spcBef>
              <a:spcAft>
                <a:spcPts val="0"/>
              </a:spcAft>
              <a:buClr>
                <a:schemeClr val="lt1"/>
              </a:buClr>
              <a:buSzPts val="1400"/>
              <a:buFont typeface="UnifrakturMaguntia"/>
              <a:buNone/>
              <a:defRPr>
                <a:solidFill>
                  <a:schemeClr val="lt1"/>
                </a:solidFill>
                <a:latin typeface="UnifrakturMaguntia"/>
                <a:ea typeface="UnifrakturMaguntia"/>
                <a:cs typeface="UnifrakturMaguntia"/>
                <a:sym typeface="UnifrakturMaguntia"/>
              </a:defRPr>
            </a:lvl6pPr>
            <a:lvl7pPr lvl="6" rtl="0">
              <a:spcBef>
                <a:spcPts val="0"/>
              </a:spcBef>
              <a:spcAft>
                <a:spcPts val="0"/>
              </a:spcAft>
              <a:buClr>
                <a:schemeClr val="lt1"/>
              </a:buClr>
              <a:buSzPts val="1400"/>
              <a:buFont typeface="UnifrakturMaguntia"/>
              <a:buNone/>
              <a:defRPr>
                <a:solidFill>
                  <a:schemeClr val="lt1"/>
                </a:solidFill>
                <a:latin typeface="UnifrakturMaguntia"/>
                <a:ea typeface="UnifrakturMaguntia"/>
                <a:cs typeface="UnifrakturMaguntia"/>
                <a:sym typeface="UnifrakturMaguntia"/>
              </a:defRPr>
            </a:lvl7pPr>
            <a:lvl8pPr lvl="7" rtl="0">
              <a:spcBef>
                <a:spcPts val="0"/>
              </a:spcBef>
              <a:spcAft>
                <a:spcPts val="0"/>
              </a:spcAft>
              <a:buClr>
                <a:schemeClr val="lt1"/>
              </a:buClr>
              <a:buSzPts val="1400"/>
              <a:buFont typeface="UnifrakturMaguntia"/>
              <a:buNone/>
              <a:defRPr>
                <a:solidFill>
                  <a:schemeClr val="lt1"/>
                </a:solidFill>
                <a:latin typeface="UnifrakturMaguntia"/>
                <a:ea typeface="UnifrakturMaguntia"/>
                <a:cs typeface="UnifrakturMaguntia"/>
                <a:sym typeface="UnifrakturMaguntia"/>
              </a:defRPr>
            </a:lvl8pPr>
            <a:lvl9pPr lvl="8" rtl="0">
              <a:spcBef>
                <a:spcPts val="0"/>
              </a:spcBef>
              <a:spcAft>
                <a:spcPts val="0"/>
              </a:spcAft>
              <a:buClr>
                <a:schemeClr val="lt1"/>
              </a:buClr>
              <a:buSzPts val="1400"/>
              <a:buFont typeface="UnifrakturMaguntia"/>
              <a:buNone/>
              <a:defRPr>
                <a:solidFill>
                  <a:schemeClr val="lt1"/>
                </a:solidFill>
                <a:latin typeface="UnifrakturMaguntia"/>
                <a:ea typeface="UnifrakturMaguntia"/>
                <a:cs typeface="UnifrakturMaguntia"/>
                <a:sym typeface="UnifrakturMaguntia"/>
              </a:defRPr>
            </a:lvl9pPr>
          </a:lstStyle>
          <a:p/>
        </p:txBody>
      </p:sp>
      <p:sp>
        <p:nvSpPr>
          <p:cNvPr id="215" name="Google Shape;215;p41"/>
          <p:cNvSpPr txBox="1"/>
          <p:nvPr>
            <p:ph idx="2" type="subTitle"/>
          </p:nvPr>
        </p:nvSpPr>
        <p:spPr>
          <a:xfrm>
            <a:off x="2300825" y="2915851"/>
            <a:ext cx="4578300" cy="76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Font typeface="Rubik Light"/>
              <a:buNone/>
              <a:defRPr sz="1400">
                <a:solidFill>
                  <a:schemeClr val="lt1"/>
                </a:solidFill>
                <a:latin typeface="Rubik Light"/>
                <a:ea typeface="Rubik Light"/>
                <a:cs typeface="Rubik Light"/>
                <a:sym typeface="Rubik Light"/>
              </a:defRPr>
            </a:lvl1pPr>
            <a:lvl2pPr lvl="1" rtl="0">
              <a:spcBef>
                <a:spcPts val="0"/>
              </a:spcBef>
              <a:spcAft>
                <a:spcPts val="0"/>
              </a:spcAft>
              <a:buClr>
                <a:schemeClr val="dk2"/>
              </a:buClr>
              <a:buSzPts val="1400"/>
              <a:buFont typeface="UnifrakturMaguntia"/>
              <a:buNone/>
              <a:defRPr>
                <a:solidFill>
                  <a:schemeClr val="dk2"/>
                </a:solidFill>
                <a:latin typeface="UnifrakturMaguntia"/>
                <a:ea typeface="UnifrakturMaguntia"/>
                <a:cs typeface="UnifrakturMaguntia"/>
                <a:sym typeface="UnifrakturMaguntia"/>
              </a:defRPr>
            </a:lvl2pPr>
            <a:lvl3pPr lvl="2" rtl="0">
              <a:spcBef>
                <a:spcPts val="0"/>
              </a:spcBef>
              <a:spcAft>
                <a:spcPts val="0"/>
              </a:spcAft>
              <a:buClr>
                <a:schemeClr val="dk2"/>
              </a:buClr>
              <a:buSzPts val="1400"/>
              <a:buFont typeface="UnifrakturMaguntia"/>
              <a:buNone/>
              <a:defRPr>
                <a:solidFill>
                  <a:schemeClr val="dk2"/>
                </a:solidFill>
                <a:latin typeface="UnifrakturMaguntia"/>
                <a:ea typeface="UnifrakturMaguntia"/>
                <a:cs typeface="UnifrakturMaguntia"/>
                <a:sym typeface="UnifrakturMaguntia"/>
              </a:defRPr>
            </a:lvl3pPr>
            <a:lvl4pPr lvl="3" rtl="0">
              <a:spcBef>
                <a:spcPts val="0"/>
              </a:spcBef>
              <a:spcAft>
                <a:spcPts val="0"/>
              </a:spcAft>
              <a:buClr>
                <a:schemeClr val="dk2"/>
              </a:buClr>
              <a:buSzPts val="1400"/>
              <a:buFont typeface="UnifrakturMaguntia"/>
              <a:buNone/>
              <a:defRPr>
                <a:solidFill>
                  <a:schemeClr val="dk2"/>
                </a:solidFill>
                <a:latin typeface="UnifrakturMaguntia"/>
                <a:ea typeface="UnifrakturMaguntia"/>
                <a:cs typeface="UnifrakturMaguntia"/>
                <a:sym typeface="UnifrakturMaguntia"/>
              </a:defRPr>
            </a:lvl4pPr>
            <a:lvl5pPr lvl="4" rtl="0">
              <a:spcBef>
                <a:spcPts val="0"/>
              </a:spcBef>
              <a:spcAft>
                <a:spcPts val="0"/>
              </a:spcAft>
              <a:buClr>
                <a:schemeClr val="dk2"/>
              </a:buClr>
              <a:buSzPts val="1400"/>
              <a:buFont typeface="UnifrakturMaguntia"/>
              <a:buNone/>
              <a:defRPr>
                <a:solidFill>
                  <a:schemeClr val="dk2"/>
                </a:solidFill>
                <a:latin typeface="UnifrakturMaguntia"/>
                <a:ea typeface="UnifrakturMaguntia"/>
                <a:cs typeface="UnifrakturMaguntia"/>
                <a:sym typeface="UnifrakturMaguntia"/>
              </a:defRPr>
            </a:lvl5pPr>
            <a:lvl6pPr lvl="5" rtl="0">
              <a:spcBef>
                <a:spcPts val="0"/>
              </a:spcBef>
              <a:spcAft>
                <a:spcPts val="0"/>
              </a:spcAft>
              <a:buClr>
                <a:schemeClr val="dk2"/>
              </a:buClr>
              <a:buSzPts val="1400"/>
              <a:buFont typeface="UnifrakturMaguntia"/>
              <a:buNone/>
              <a:defRPr>
                <a:solidFill>
                  <a:schemeClr val="dk2"/>
                </a:solidFill>
                <a:latin typeface="UnifrakturMaguntia"/>
                <a:ea typeface="UnifrakturMaguntia"/>
                <a:cs typeface="UnifrakturMaguntia"/>
                <a:sym typeface="UnifrakturMaguntia"/>
              </a:defRPr>
            </a:lvl6pPr>
            <a:lvl7pPr lvl="6" rtl="0">
              <a:spcBef>
                <a:spcPts val="0"/>
              </a:spcBef>
              <a:spcAft>
                <a:spcPts val="0"/>
              </a:spcAft>
              <a:buClr>
                <a:schemeClr val="dk2"/>
              </a:buClr>
              <a:buSzPts val="1400"/>
              <a:buFont typeface="UnifrakturMaguntia"/>
              <a:buNone/>
              <a:defRPr>
                <a:solidFill>
                  <a:schemeClr val="dk2"/>
                </a:solidFill>
                <a:latin typeface="UnifrakturMaguntia"/>
                <a:ea typeface="UnifrakturMaguntia"/>
                <a:cs typeface="UnifrakturMaguntia"/>
                <a:sym typeface="UnifrakturMaguntia"/>
              </a:defRPr>
            </a:lvl7pPr>
            <a:lvl8pPr lvl="7" rtl="0">
              <a:spcBef>
                <a:spcPts val="0"/>
              </a:spcBef>
              <a:spcAft>
                <a:spcPts val="0"/>
              </a:spcAft>
              <a:buClr>
                <a:schemeClr val="dk2"/>
              </a:buClr>
              <a:buSzPts val="1400"/>
              <a:buFont typeface="UnifrakturMaguntia"/>
              <a:buNone/>
              <a:defRPr>
                <a:solidFill>
                  <a:schemeClr val="dk2"/>
                </a:solidFill>
                <a:latin typeface="UnifrakturMaguntia"/>
                <a:ea typeface="UnifrakturMaguntia"/>
                <a:cs typeface="UnifrakturMaguntia"/>
                <a:sym typeface="UnifrakturMaguntia"/>
              </a:defRPr>
            </a:lvl8pPr>
            <a:lvl9pPr lvl="8" rtl="0">
              <a:spcBef>
                <a:spcPts val="0"/>
              </a:spcBef>
              <a:spcAft>
                <a:spcPts val="0"/>
              </a:spcAft>
              <a:buClr>
                <a:schemeClr val="dk2"/>
              </a:buClr>
              <a:buSzPts val="1400"/>
              <a:buFont typeface="UnifrakturMaguntia"/>
              <a:buNone/>
              <a:defRPr>
                <a:solidFill>
                  <a:schemeClr val="dk2"/>
                </a:solidFill>
                <a:latin typeface="UnifrakturMaguntia"/>
                <a:ea typeface="UnifrakturMaguntia"/>
                <a:cs typeface="UnifrakturMaguntia"/>
                <a:sym typeface="UnifrakturMaguntia"/>
              </a:defRPr>
            </a:lvl9pPr>
          </a:lstStyle>
          <a:p/>
        </p:txBody>
      </p:sp>
      <p:sp>
        <p:nvSpPr>
          <p:cNvPr id="216" name="Google Shape;216;p41"/>
          <p:cNvSpPr txBox="1"/>
          <p:nvPr/>
        </p:nvSpPr>
        <p:spPr>
          <a:xfrm>
            <a:off x="1894000" y="3751825"/>
            <a:ext cx="5355600" cy="5082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lang="en-GB" sz="1200">
                <a:solidFill>
                  <a:schemeClr val="lt1"/>
                </a:solidFill>
                <a:latin typeface="Rubik Light"/>
                <a:ea typeface="Rubik Light"/>
                <a:cs typeface="Rubik Light"/>
                <a:sym typeface="Rubik Light"/>
              </a:rPr>
              <a:t>CRÉDITS: Ce modèle de présentation a été créé par </a:t>
            </a:r>
            <a:r>
              <a:rPr b="1" lang="en-GB" sz="1200">
                <a:solidFill>
                  <a:schemeClr val="lt1"/>
                </a:solidFill>
                <a:uFill>
                  <a:noFill/>
                </a:uFill>
                <a:latin typeface="Rubik"/>
                <a:ea typeface="Rubik"/>
                <a:cs typeface="Rubik"/>
                <a:sym typeface="Rubik"/>
                <a:hlinkClick r:id="rId3">
                  <a:extLst>
                    <a:ext uri="{A12FA001-AC4F-418D-AE19-62706E023703}">
                      <ahyp:hlinkClr val="tx"/>
                    </a:ext>
                  </a:extLst>
                </a:hlinkClick>
              </a:rPr>
              <a:t>Slidesgo</a:t>
            </a:r>
            <a:r>
              <a:rPr lang="en-GB" sz="1200">
                <a:solidFill>
                  <a:schemeClr val="lt1"/>
                </a:solidFill>
                <a:latin typeface="Rubik Light"/>
                <a:ea typeface="Rubik Light"/>
                <a:cs typeface="Rubik Light"/>
                <a:sym typeface="Rubik Light"/>
              </a:rPr>
              <a:t>, comprenant des icônes de </a:t>
            </a:r>
            <a:r>
              <a:rPr b="1" lang="en-GB" sz="1200">
                <a:solidFill>
                  <a:schemeClr val="lt1"/>
                </a:solidFill>
                <a:uFill>
                  <a:noFill/>
                </a:uFill>
                <a:latin typeface="Rubik"/>
                <a:ea typeface="Rubik"/>
                <a:cs typeface="Rubik"/>
                <a:sym typeface="Rubik"/>
                <a:hlinkClick r:id="rId4">
                  <a:extLst>
                    <a:ext uri="{A12FA001-AC4F-418D-AE19-62706E023703}">
                      <ahyp:hlinkClr val="tx"/>
                    </a:ext>
                  </a:extLst>
                </a:hlinkClick>
              </a:rPr>
              <a:t>Flaticon</a:t>
            </a:r>
            <a:r>
              <a:rPr lang="en-GB" sz="1200">
                <a:solidFill>
                  <a:schemeClr val="lt1"/>
                </a:solidFill>
                <a:latin typeface="Rubik Light"/>
                <a:ea typeface="Rubik Light"/>
                <a:cs typeface="Rubik Light"/>
                <a:sym typeface="Rubik Light"/>
              </a:rPr>
              <a:t>, des infographies et des images de </a:t>
            </a:r>
            <a:r>
              <a:rPr b="1" lang="en-GB" sz="1200">
                <a:solidFill>
                  <a:schemeClr val="lt1"/>
                </a:solidFill>
                <a:uFill>
                  <a:noFill/>
                </a:uFill>
                <a:latin typeface="Rubik"/>
                <a:ea typeface="Rubik"/>
                <a:cs typeface="Rubik"/>
                <a:sym typeface="Rubik"/>
                <a:hlinkClick r:id="rId5">
                  <a:extLst>
                    <a:ext uri="{A12FA001-AC4F-418D-AE19-62706E023703}">
                      <ahyp:hlinkClr val="tx"/>
                    </a:ext>
                  </a:extLst>
                </a:hlinkClick>
              </a:rPr>
              <a:t>Freepi</a:t>
            </a:r>
            <a:r>
              <a:rPr b="1" lang="en-GB" sz="1200">
                <a:solidFill>
                  <a:schemeClr val="lt1"/>
                </a:solidFill>
                <a:uFill>
                  <a:noFill/>
                </a:uFill>
                <a:latin typeface="Rubik"/>
                <a:ea typeface="Rubik"/>
                <a:cs typeface="Rubik"/>
                <a:sym typeface="Rubik"/>
                <a:hlinkClick r:id="rId6">
                  <a:extLst>
                    <a:ext uri="{A12FA001-AC4F-418D-AE19-62706E023703}">
                      <ahyp:hlinkClr val="tx"/>
                    </a:ext>
                  </a:extLst>
                </a:hlinkClick>
              </a:rPr>
              <a:t>k</a:t>
            </a:r>
            <a:endParaRPr sz="1200">
              <a:solidFill>
                <a:schemeClr val="lt1"/>
              </a:solidFill>
              <a:latin typeface="Rubik Light"/>
              <a:ea typeface="Rubik Light"/>
              <a:cs typeface="Rubik Light"/>
              <a:sym typeface="Rubik Light"/>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bg>
      <p:bgPr>
        <a:solidFill>
          <a:schemeClr val="dk1"/>
        </a:solidFill>
      </p:bgPr>
    </p:bg>
    <p:spTree>
      <p:nvGrpSpPr>
        <p:cNvPr id="217" name="Shape 217"/>
        <p:cNvGrpSpPr/>
        <p:nvPr/>
      </p:nvGrpSpPr>
      <p:grpSpPr>
        <a:xfrm>
          <a:off x="0" y="0"/>
          <a:ext cx="0" cy="0"/>
          <a:chOff x="0" y="0"/>
          <a:chExt cx="0" cy="0"/>
        </a:xfrm>
      </p:grpSpPr>
      <p:pic>
        <p:nvPicPr>
          <p:cNvPr id="218" name="Google Shape;218;p42"/>
          <p:cNvPicPr preferRelativeResize="0"/>
          <p:nvPr/>
        </p:nvPicPr>
        <p:blipFill>
          <a:blip r:embed="rId2">
            <a:alphaModFix amt="33000"/>
          </a:blip>
          <a:stretch>
            <a:fillRect/>
          </a:stretch>
        </p:blipFill>
        <p:spPr>
          <a:xfrm>
            <a:off x="0" y="0"/>
            <a:ext cx="9144003" cy="5143475"/>
          </a:xfrm>
          <a:prstGeom prst="rect">
            <a:avLst/>
          </a:prstGeom>
          <a:noFill/>
          <a:ln>
            <a:noFill/>
          </a:ln>
        </p:spPr>
      </p:pic>
      <p:sp>
        <p:nvSpPr>
          <p:cNvPr id="219" name="Google Shape;219;p42"/>
          <p:cNvSpPr/>
          <p:nvPr/>
        </p:nvSpPr>
        <p:spPr>
          <a:xfrm>
            <a:off x="63349" y="32075"/>
            <a:ext cx="9017297" cy="137030"/>
          </a:xfrm>
          <a:prstGeom prst="rect">
            <a:avLst/>
          </a:prstGeom>
        </p:spPr>
        <p:txBody>
          <a:bodyPr>
            <a:prstTxWarp prst="textPlain"/>
          </a:bodyPr>
          <a:lstStyle/>
          <a:p>
            <a:pPr lvl="0" algn="ctr"/>
            <a:r>
              <a:rPr b="0" i="0">
                <a:ln cap="flat" cmpd="sng" w="9525">
                  <a:solidFill>
                    <a:schemeClr val="lt1"/>
                  </a:solidFill>
                  <a:prstDash val="solid"/>
                  <a:round/>
                  <a:headEnd len="sm" w="sm" type="none"/>
                  <a:tailEnd len="sm" w="sm" type="none"/>
                </a:ln>
                <a:noFill/>
                <a:latin typeface="Rubik Mono One"/>
              </a:rPr>
              <a:t>NUIT·BLANCHE·3·OCTOBRE·2021·NUIT·BLANCHE·3·OCTOBRE·2021</a:t>
            </a:r>
          </a:p>
        </p:txBody>
      </p:sp>
      <p:sp>
        <p:nvSpPr>
          <p:cNvPr id="220" name="Google Shape;220;p42"/>
          <p:cNvSpPr/>
          <p:nvPr/>
        </p:nvSpPr>
        <p:spPr>
          <a:xfrm>
            <a:off x="63349" y="217525"/>
            <a:ext cx="9020587" cy="137030"/>
          </a:xfrm>
          <a:prstGeom prst="rect">
            <a:avLst/>
          </a:prstGeom>
        </p:spPr>
        <p:txBody>
          <a:bodyPr>
            <a:prstTxWarp prst="textPlain"/>
          </a:bodyPr>
          <a:lstStyle/>
          <a:p>
            <a:pPr lvl="0" algn="ctr"/>
            <a:r>
              <a:rPr b="0" i="0">
                <a:ln cap="flat" cmpd="sng" w="9525">
                  <a:solidFill>
                    <a:schemeClr val="lt1"/>
                  </a:solidFill>
                  <a:prstDash val="solid"/>
                  <a:round/>
                  <a:headEnd len="sm" w="sm" type="none"/>
                  <a:tailEnd len="sm" w="sm" type="none"/>
                </a:ln>
                <a:noFill/>
                <a:latin typeface="Rubik Mono One"/>
              </a:rPr>
              <a:t>BLANCHE·3·OCTOBRE·2021·NUIT·BLANCHE·3·OCTOBRE·2021·NUIT</a:t>
            </a:r>
          </a:p>
        </p:txBody>
      </p:sp>
      <p:sp>
        <p:nvSpPr>
          <p:cNvPr id="221" name="Google Shape;221;p42"/>
          <p:cNvSpPr/>
          <p:nvPr/>
        </p:nvSpPr>
        <p:spPr>
          <a:xfrm>
            <a:off x="63349" y="402975"/>
            <a:ext cx="9016910" cy="137030"/>
          </a:xfrm>
          <a:prstGeom prst="rect">
            <a:avLst/>
          </a:prstGeom>
        </p:spPr>
        <p:txBody>
          <a:bodyPr>
            <a:prstTxWarp prst="textPlain"/>
          </a:bodyPr>
          <a:lstStyle/>
          <a:p>
            <a:pPr lvl="0" algn="ctr"/>
            <a:r>
              <a:rPr b="0" i="0">
                <a:ln cap="flat" cmpd="sng" w="9525">
                  <a:solidFill>
                    <a:schemeClr val="lt1"/>
                  </a:solidFill>
                  <a:prstDash val="solid"/>
                  <a:round/>
                  <a:headEnd len="sm" w="sm" type="none"/>
                  <a:tailEnd len="sm" w="sm" type="none"/>
                </a:ln>
                <a:noFill/>
                <a:latin typeface="Rubik Mono One"/>
              </a:rPr>
              <a:t>3·OCTOBRE·2021·NUIT·BLANCHE·3·OCTOBRE·2021·NUIT·BLANCHE</a:t>
            </a:r>
          </a:p>
        </p:txBody>
      </p:sp>
      <p:grpSp>
        <p:nvGrpSpPr>
          <p:cNvPr id="222" name="Google Shape;222;p42"/>
          <p:cNvGrpSpPr/>
          <p:nvPr/>
        </p:nvGrpSpPr>
        <p:grpSpPr>
          <a:xfrm rot="2700000">
            <a:off x="6860618" y="3046426"/>
            <a:ext cx="1509540" cy="1491735"/>
            <a:chOff x="4901229" y="2985631"/>
            <a:chExt cx="1942150" cy="1905375"/>
          </a:xfrm>
        </p:grpSpPr>
        <p:sp>
          <p:nvSpPr>
            <p:cNvPr id="223" name="Google Shape;223;p42"/>
            <p:cNvSpPr/>
            <p:nvPr/>
          </p:nvSpPr>
          <p:spPr>
            <a:xfrm>
              <a:off x="5909354" y="2988256"/>
              <a:ext cx="63625" cy="63625"/>
            </a:xfrm>
            <a:custGeom>
              <a:rect b="b" l="l" r="r" t="t"/>
              <a:pathLst>
                <a:path extrusionOk="0" fill="none" h="2545" w="2545">
                  <a:moveTo>
                    <a:pt x="1178" y="2503"/>
                  </a:moveTo>
                  <a:cubicBezTo>
                    <a:pt x="1514" y="2545"/>
                    <a:pt x="1809" y="2440"/>
                    <a:pt x="2082" y="2208"/>
                  </a:cubicBezTo>
                  <a:cubicBezTo>
                    <a:pt x="2334" y="1998"/>
                    <a:pt x="2481" y="1704"/>
                    <a:pt x="2502" y="1367"/>
                  </a:cubicBezTo>
                  <a:cubicBezTo>
                    <a:pt x="2545" y="1031"/>
                    <a:pt x="2439" y="716"/>
                    <a:pt x="2208" y="463"/>
                  </a:cubicBezTo>
                  <a:cubicBezTo>
                    <a:pt x="1998" y="211"/>
                    <a:pt x="1704" y="64"/>
                    <a:pt x="1367" y="43"/>
                  </a:cubicBezTo>
                  <a:cubicBezTo>
                    <a:pt x="1010" y="1"/>
                    <a:pt x="715" y="106"/>
                    <a:pt x="442" y="337"/>
                  </a:cubicBezTo>
                  <a:cubicBezTo>
                    <a:pt x="190" y="548"/>
                    <a:pt x="43" y="842"/>
                    <a:pt x="22" y="1178"/>
                  </a:cubicBezTo>
                  <a:cubicBezTo>
                    <a:pt x="1" y="1515"/>
                    <a:pt x="85" y="1830"/>
                    <a:pt x="316" y="2082"/>
                  </a:cubicBezTo>
                  <a:cubicBezTo>
                    <a:pt x="547" y="2335"/>
                    <a:pt x="821" y="2482"/>
                    <a:pt x="1178" y="2503"/>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4" name="Google Shape;224;p42"/>
            <p:cNvSpPr/>
            <p:nvPr/>
          </p:nvSpPr>
          <p:spPr>
            <a:xfrm>
              <a:off x="6190029" y="3041356"/>
              <a:ext cx="185050" cy="186100"/>
            </a:xfrm>
            <a:custGeom>
              <a:rect b="b" l="l" r="r" t="t"/>
              <a:pathLst>
                <a:path extrusionOk="0" fill="none" h="7444" w="7402">
                  <a:moveTo>
                    <a:pt x="5761" y="1682"/>
                  </a:moveTo>
                  <a:cubicBezTo>
                    <a:pt x="5698" y="1703"/>
                    <a:pt x="5656" y="1745"/>
                    <a:pt x="5635" y="1787"/>
                  </a:cubicBezTo>
                  <a:lnTo>
                    <a:pt x="4542" y="3911"/>
                  </a:lnTo>
                  <a:lnTo>
                    <a:pt x="4100" y="925"/>
                  </a:lnTo>
                  <a:cubicBezTo>
                    <a:pt x="4079" y="799"/>
                    <a:pt x="3995" y="694"/>
                    <a:pt x="3890" y="652"/>
                  </a:cubicBezTo>
                  <a:lnTo>
                    <a:pt x="2713" y="42"/>
                  </a:lnTo>
                  <a:cubicBezTo>
                    <a:pt x="2671" y="21"/>
                    <a:pt x="2608" y="0"/>
                    <a:pt x="2545" y="21"/>
                  </a:cubicBezTo>
                  <a:cubicBezTo>
                    <a:pt x="2502" y="42"/>
                    <a:pt x="2460" y="84"/>
                    <a:pt x="2418" y="127"/>
                  </a:cubicBezTo>
                  <a:lnTo>
                    <a:pt x="22" y="4752"/>
                  </a:lnTo>
                  <a:cubicBezTo>
                    <a:pt x="1" y="4815"/>
                    <a:pt x="1" y="4857"/>
                    <a:pt x="22" y="4920"/>
                  </a:cubicBezTo>
                  <a:cubicBezTo>
                    <a:pt x="22" y="4983"/>
                    <a:pt x="64" y="5025"/>
                    <a:pt x="127" y="5046"/>
                  </a:cubicBezTo>
                  <a:lnTo>
                    <a:pt x="1451" y="5740"/>
                  </a:lnTo>
                  <a:cubicBezTo>
                    <a:pt x="1514" y="5761"/>
                    <a:pt x="1577" y="5782"/>
                    <a:pt x="1619" y="5761"/>
                  </a:cubicBezTo>
                  <a:cubicBezTo>
                    <a:pt x="1683" y="5740"/>
                    <a:pt x="1725" y="5698"/>
                    <a:pt x="1746" y="5656"/>
                  </a:cubicBezTo>
                  <a:lnTo>
                    <a:pt x="2755" y="3701"/>
                  </a:lnTo>
                  <a:lnTo>
                    <a:pt x="3301" y="6497"/>
                  </a:lnTo>
                  <a:cubicBezTo>
                    <a:pt x="3322" y="6644"/>
                    <a:pt x="3407" y="6749"/>
                    <a:pt x="3512" y="6812"/>
                  </a:cubicBezTo>
                  <a:lnTo>
                    <a:pt x="4668" y="7401"/>
                  </a:lnTo>
                  <a:cubicBezTo>
                    <a:pt x="4731" y="7443"/>
                    <a:pt x="4773" y="7443"/>
                    <a:pt x="4836" y="7422"/>
                  </a:cubicBezTo>
                  <a:cubicBezTo>
                    <a:pt x="4899" y="7401"/>
                    <a:pt x="4941" y="7359"/>
                    <a:pt x="4962" y="7317"/>
                  </a:cubicBezTo>
                  <a:lnTo>
                    <a:pt x="7359" y="2691"/>
                  </a:lnTo>
                  <a:cubicBezTo>
                    <a:pt x="7401" y="2649"/>
                    <a:pt x="7401" y="2586"/>
                    <a:pt x="7380" y="2523"/>
                  </a:cubicBezTo>
                  <a:cubicBezTo>
                    <a:pt x="7359" y="2460"/>
                    <a:pt x="7317" y="2418"/>
                    <a:pt x="7275" y="2397"/>
                  </a:cubicBezTo>
                  <a:lnTo>
                    <a:pt x="5929" y="1703"/>
                  </a:lnTo>
                  <a:cubicBezTo>
                    <a:pt x="5887" y="1682"/>
                    <a:pt x="5824" y="1682"/>
                    <a:pt x="5761" y="1682"/>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5" name="Google Shape;225;p42"/>
            <p:cNvSpPr/>
            <p:nvPr/>
          </p:nvSpPr>
          <p:spPr>
            <a:xfrm>
              <a:off x="6351404" y="3133331"/>
              <a:ext cx="181350" cy="177675"/>
            </a:xfrm>
            <a:custGeom>
              <a:rect b="b" l="l" r="r" t="t"/>
              <a:pathLst>
                <a:path extrusionOk="0" fill="none" h="7107" w="7254">
                  <a:moveTo>
                    <a:pt x="5298" y="6161"/>
                  </a:moveTo>
                  <a:lnTo>
                    <a:pt x="7211" y="3806"/>
                  </a:lnTo>
                  <a:cubicBezTo>
                    <a:pt x="7253" y="3743"/>
                    <a:pt x="7253" y="3701"/>
                    <a:pt x="7253" y="3638"/>
                  </a:cubicBezTo>
                  <a:cubicBezTo>
                    <a:pt x="7253" y="3575"/>
                    <a:pt x="7211" y="3533"/>
                    <a:pt x="7169" y="3491"/>
                  </a:cubicBezTo>
                  <a:lnTo>
                    <a:pt x="5845" y="2439"/>
                  </a:lnTo>
                  <a:cubicBezTo>
                    <a:pt x="5803" y="2397"/>
                    <a:pt x="5761" y="2376"/>
                    <a:pt x="5698" y="2376"/>
                  </a:cubicBezTo>
                  <a:cubicBezTo>
                    <a:pt x="5635" y="2397"/>
                    <a:pt x="5593" y="2418"/>
                    <a:pt x="5551" y="2460"/>
                  </a:cubicBezTo>
                  <a:lnTo>
                    <a:pt x="3574" y="4920"/>
                  </a:lnTo>
                  <a:cubicBezTo>
                    <a:pt x="3427" y="5089"/>
                    <a:pt x="3280" y="5173"/>
                    <a:pt x="3091" y="5173"/>
                  </a:cubicBezTo>
                  <a:cubicBezTo>
                    <a:pt x="2901" y="5152"/>
                    <a:pt x="2712" y="5089"/>
                    <a:pt x="2502" y="4920"/>
                  </a:cubicBezTo>
                  <a:cubicBezTo>
                    <a:pt x="2313" y="4752"/>
                    <a:pt x="2187" y="4584"/>
                    <a:pt x="2145" y="4416"/>
                  </a:cubicBezTo>
                  <a:cubicBezTo>
                    <a:pt x="2103" y="4227"/>
                    <a:pt x="2145" y="4037"/>
                    <a:pt x="2292" y="3869"/>
                  </a:cubicBezTo>
                  <a:lnTo>
                    <a:pt x="4247" y="1430"/>
                  </a:lnTo>
                  <a:cubicBezTo>
                    <a:pt x="4289" y="1367"/>
                    <a:pt x="4310" y="1325"/>
                    <a:pt x="4310" y="1262"/>
                  </a:cubicBezTo>
                  <a:cubicBezTo>
                    <a:pt x="4289" y="1199"/>
                    <a:pt x="4268" y="1157"/>
                    <a:pt x="4226" y="1115"/>
                  </a:cubicBezTo>
                  <a:lnTo>
                    <a:pt x="2901" y="64"/>
                  </a:lnTo>
                  <a:cubicBezTo>
                    <a:pt x="2859" y="22"/>
                    <a:pt x="2796" y="1"/>
                    <a:pt x="2733" y="1"/>
                  </a:cubicBezTo>
                  <a:cubicBezTo>
                    <a:pt x="2670" y="22"/>
                    <a:pt x="2628" y="43"/>
                    <a:pt x="2586" y="85"/>
                  </a:cubicBezTo>
                  <a:lnTo>
                    <a:pt x="694" y="2460"/>
                  </a:lnTo>
                  <a:cubicBezTo>
                    <a:pt x="168" y="3091"/>
                    <a:pt x="0" y="3743"/>
                    <a:pt x="168" y="4374"/>
                  </a:cubicBezTo>
                  <a:cubicBezTo>
                    <a:pt x="336" y="5004"/>
                    <a:pt x="778" y="5614"/>
                    <a:pt x="1493" y="6182"/>
                  </a:cubicBezTo>
                  <a:cubicBezTo>
                    <a:pt x="2208" y="6749"/>
                    <a:pt x="2880" y="7044"/>
                    <a:pt x="3553" y="7086"/>
                  </a:cubicBezTo>
                  <a:cubicBezTo>
                    <a:pt x="4205" y="7107"/>
                    <a:pt x="4794" y="6813"/>
                    <a:pt x="5298" y="6161"/>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6" name="Google Shape;226;p42"/>
            <p:cNvSpPr/>
            <p:nvPr/>
          </p:nvSpPr>
          <p:spPr>
            <a:xfrm>
              <a:off x="6464404" y="3261581"/>
              <a:ext cx="193450" cy="192925"/>
            </a:xfrm>
            <a:custGeom>
              <a:rect b="b" l="l" r="r" t="t"/>
              <a:pathLst>
                <a:path extrusionOk="0" fill="none" h="7717" w="7738">
                  <a:moveTo>
                    <a:pt x="6560" y="5152"/>
                  </a:moveTo>
                  <a:cubicBezTo>
                    <a:pt x="6623" y="5173"/>
                    <a:pt x="6665" y="5152"/>
                    <a:pt x="6707" y="5110"/>
                  </a:cubicBezTo>
                  <a:lnTo>
                    <a:pt x="7653" y="4332"/>
                  </a:lnTo>
                  <a:cubicBezTo>
                    <a:pt x="7695" y="4290"/>
                    <a:pt x="7716" y="4248"/>
                    <a:pt x="7716" y="4184"/>
                  </a:cubicBezTo>
                  <a:cubicBezTo>
                    <a:pt x="7737" y="4121"/>
                    <a:pt x="7716" y="4079"/>
                    <a:pt x="7674" y="4016"/>
                  </a:cubicBezTo>
                  <a:lnTo>
                    <a:pt x="4373" y="85"/>
                  </a:lnTo>
                  <a:cubicBezTo>
                    <a:pt x="4331" y="22"/>
                    <a:pt x="4289" y="1"/>
                    <a:pt x="4226" y="1"/>
                  </a:cubicBezTo>
                  <a:cubicBezTo>
                    <a:pt x="4163" y="1"/>
                    <a:pt x="4121" y="1"/>
                    <a:pt x="4058" y="43"/>
                  </a:cubicBezTo>
                  <a:lnTo>
                    <a:pt x="3133" y="821"/>
                  </a:lnTo>
                  <a:cubicBezTo>
                    <a:pt x="3091" y="863"/>
                    <a:pt x="3070" y="905"/>
                    <a:pt x="3049" y="968"/>
                  </a:cubicBezTo>
                  <a:cubicBezTo>
                    <a:pt x="3049" y="1031"/>
                    <a:pt x="3070" y="1094"/>
                    <a:pt x="3112" y="1136"/>
                  </a:cubicBezTo>
                  <a:lnTo>
                    <a:pt x="4058" y="2271"/>
                  </a:lnTo>
                  <a:lnTo>
                    <a:pt x="2271" y="3764"/>
                  </a:lnTo>
                  <a:lnTo>
                    <a:pt x="1304" y="2629"/>
                  </a:lnTo>
                  <a:cubicBezTo>
                    <a:pt x="1283" y="2587"/>
                    <a:pt x="1220" y="2566"/>
                    <a:pt x="1157" y="2566"/>
                  </a:cubicBezTo>
                  <a:cubicBezTo>
                    <a:pt x="1094" y="2545"/>
                    <a:pt x="1052" y="2566"/>
                    <a:pt x="1009" y="2608"/>
                  </a:cubicBezTo>
                  <a:lnTo>
                    <a:pt x="63" y="3386"/>
                  </a:lnTo>
                  <a:cubicBezTo>
                    <a:pt x="21" y="3428"/>
                    <a:pt x="0" y="3470"/>
                    <a:pt x="0" y="3533"/>
                  </a:cubicBezTo>
                  <a:cubicBezTo>
                    <a:pt x="0" y="3596"/>
                    <a:pt x="0" y="3638"/>
                    <a:pt x="42" y="3701"/>
                  </a:cubicBezTo>
                  <a:lnTo>
                    <a:pt x="3343" y="7632"/>
                  </a:lnTo>
                  <a:cubicBezTo>
                    <a:pt x="3385" y="7696"/>
                    <a:pt x="3427" y="7717"/>
                    <a:pt x="3490" y="7717"/>
                  </a:cubicBezTo>
                  <a:cubicBezTo>
                    <a:pt x="3553" y="7717"/>
                    <a:pt x="3617" y="7717"/>
                    <a:pt x="3659" y="7674"/>
                  </a:cubicBezTo>
                  <a:lnTo>
                    <a:pt x="4584" y="6897"/>
                  </a:lnTo>
                  <a:cubicBezTo>
                    <a:pt x="4626" y="6855"/>
                    <a:pt x="4647" y="6812"/>
                    <a:pt x="4668" y="6749"/>
                  </a:cubicBezTo>
                  <a:cubicBezTo>
                    <a:pt x="4668" y="6686"/>
                    <a:pt x="4647" y="6623"/>
                    <a:pt x="4605" y="6581"/>
                  </a:cubicBezTo>
                  <a:lnTo>
                    <a:pt x="3680" y="5446"/>
                  </a:lnTo>
                  <a:lnTo>
                    <a:pt x="5467" y="3953"/>
                  </a:lnTo>
                  <a:lnTo>
                    <a:pt x="6413" y="5088"/>
                  </a:lnTo>
                  <a:cubicBezTo>
                    <a:pt x="6434" y="5131"/>
                    <a:pt x="6497" y="5152"/>
                    <a:pt x="6560" y="5152"/>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7" name="Google Shape;227;p42"/>
            <p:cNvSpPr/>
            <p:nvPr/>
          </p:nvSpPr>
          <p:spPr>
            <a:xfrm>
              <a:off x="6588979" y="3407706"/>
              <a:ext cx="168725" cy="153500"/>
            </a:xfrm>
            <a:custGeom>
              <a:rect b="b" l="l" r="r" t="t"/>
              <a:pathLst>
                <a:path extrusionOk="0" fill="none" h="6140" w="6749">
                  <a:moveTo>
                    <a:pt x="3911" y="21"/>
                  </a:moveTo>
                  <a:cubicBezTo>
                    <a:pt x="3869" y="0"/>
                    <a:pt x="3805" y="21"/>
                    <a:pt x="3742" y="42"/>
                  </a:cubicBezTo>
                  <a:lnTo>
                    <a:pt x="2607" y="673"/>
                  </a:lnTo>
                  <a:cubicBezTo>
                    <a:pt x="2565" y="694"/>
                    <a:pt x="2523" y="736"/>
                    <a:pt x="2502" y="799"/>
                  </a:cubicBezTo>
                  <a:cubicBezTo>
                    <a:pt x="2481" y="862"/>
                    <a:pt x="2502" y="904"/>
                    <a:pt x="2523" y="967"/>
                  </a:cubicBezTo>
                  <a:lnTo>
                    <a:pt x="3364" y="2502"/>
                  </a:lnTo>
                  <a:lnTo>
                    <a:pt x="126" y="4247"/>
                  </a:lnTo>
                  <a:cubicBezTo>
                    <a:pt x="63" y="4289"/>
                    <a:pt x="21" y="4331"/>
                    <a:pt x="21" y="4394"/>
                  </a:cubicBezTo>
                  <a:cubicBezTo>
                    <a:pt x="0" y="4437"/>
                    <a:pt x="0" y="4500"/>
                    <a:pt x="21" y="4563"/>
                  </a:cubicBezTo>
                  <a:lnTo>
                    <a:pt x="820" y="6013"/>
                  </a:lnTo>
                  <a:cubicBezTo>
                    <a:pt x="862" y="6076"/>
                    <a:pt x="904" y="6118"/>
                    <a:pt x="967" y="6118"/>
                  </a:cubicBezTo>
                  <a:cubicBezTo>
                    <a:pt x="1009" y="6139"/>
                    <a:pt x="1072" y="6139"/>
                    <a:pt x="1114" y="6118"/>
                  </a:cubicBezTo>
                  <a:lnTo>
                    <a:pt x="4373" y="4352"/>
                  </a:lnTo>
                  <a:lnTo>
                    <a:pt x="5193" y="5887"/>
                  </a:lnTo>
                  <a:cubicBezTo>
                    <a:pt x="5235" y="5929"/>
                    <a:pt x="5277" y="5971"/>
                    <a:pt x="5340" y="5992"/>
                  </a:cubicBezTo>
                  <a:cubicBezTo>
                    <a:pt x="5382" y="5992"/>
                    <a:pt x="5445" y="5992"/>
                    <a:pt x="5487" y="5971"/>
                  </a:cubicBezTo>
                  <a:lnTo>
                    <a:pt x="6644" y="5341"/>
                  </a:lnTo>
                  <a:cubicBezTo>
                    <a:pt x="6686" y="5320"/>
                    <a:pt x="6728" y="5277"/>
                    <a:pt x="6749" y="5214"/>
                  </a:cubicBezTo>
                  <a:cubicBezTo>
                    <a:pt x="6749" y="5151"/>
                    <a:pt x="6749" y="5109"/>
                    <a:pt x="6728" y="5046"/>
                  </a:cubicBezTo>
                  <a:lnTo>
                    <a:pt x="4058" y="127"/>
                  </a:lnTo>
                  <a:cubicBezTo>
                    <a:pt x="4016" y="84"/>
                    <a:pt x="3974" y="42"/>
                    <a:pt x="3911" y="21"/>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8" name="Google Shape;228;p42"/>
            <p:cNvSpPr/>
            <p:nvPr/>
          </p:nvSpPr>
          <p:spPr>
            <a:xfrm>
              <a:off x="6690404" y="3771431"/>
              <a:ext cx="150350" cy="158225"/>
            </a:xfrm>
            <a:custGeom>
              <a:rect b="b" l="l" r="r" t="t"/>
              <a:pathLst>
                <a:path extrusionOk="0" fill="none" h="6329" w="6014">
                  <a:moveTo>
                    <a:pt x="3049" y="5908"/>
                  </a:moveTo>
                  <a:cubicBezTo>
                    <a:pt x="3260" y="5740"/>
                    <a:pt x="3386" y="5530"/>
                    <a:pt x="3428" y="5319"/>
                  </a:cubicBezTo>
                  <a:cubicBezTo>
                    <a:pt x="3491" y="5467"/>
                    <a:pt x="3617" y="5593"/>
                    <a:pt x="3806" y="5719"/>
                  </a:cubicBezTo>
                  <a:cubicBezTo>
                    <a:pt x="4016" y="5845"/>
                    <a:pt x="4227" y="5887"/>
                    <a:pt x="4500" y="5866"/>
                  </a:cubicBezTo>
                  <a:lnTo>
                    <a:pt x="4521" y="5866"/>
                  </a:lnTo>
                  <a:cubicBezTo>
                    <a:pt x="5068" y="5803"/>
                    <a:pt x="5467" y="5572"/>
                    <a:pt x="5698" y="5193"/>
                  </a:cubicBezTo>
                  <a:cubicBezTo>
                    <a:pt x="5951" y="4794"/>
                    <a:pt x="6014" y="4205"/>
                    <a:pt x="5951" y="3448"/>
                  </a:cubicBezTo>
                  <a:lnTo>
                    <a:pt x="5614" y="210"/>
                  </a:lnTo>
                  <a:cubicBezTo>
                    <a:pt x="5593" y="147"/>
                    <a:pt x="5572" y="105"/>
                    <a:pt x="5530" y="63"/>
                  </a:cubicBezTo>
                  <a:cubicBezTo>
                    <a:pt x="5488" y="21"/>
                    <a:pt x="5425" y="0"/>
                    <a:pt x="5362" y="0"/>
                  </a:cubicBezTo>
                  <a:lnTo>
                    <a:pt x="190" y="547"/>
                  </a:lnTo>
                  <a:cubicBezTo>
                    <a:pt x="127" y="547"/>
                    <a:pt x="85" y="568"/>
                    <a:pt x="43" y="631"/>
                  </a:cubicBezTo>
                  <a:cubicBezTo>
                    <a:pt x="1" y="673"/>
                    <a:pt x="1" y="715"/>
                    <a:pt x="1" y="778"/>
                  </a:cubicBezTo>
                  <a:lnTo>
                    <a:pt x="337" y="4121"/>
                  </a:lnTo>
                  <a:cubicBezTo>
                    <a:pt x="505" y="5635"/>
                    <a:pt x="1157" y="6329"/>
                    <a:pt x="2334" y="6202"/>
                  </a:cubicBezTo>
                  <a:cubicBezTo>
                    <a:pt x="2608" y="6181"/>
                    <a:pt x="2860" y="6076"/>
                    <a:pt x="3049" y="5908"/>
                  </a:cubicBezTo>
                  <a:close/>
                  <a:moveTo>
                    <a:pt x="2482" y="3616"/>
                  </a:moveTo>
                  <a:cubicBezTo>
                    <a:pt x="2482" y="3722"/>
                    <a:pt x="2461" y="3827"/>
                    <a:pt x="2398" y="3890"/>
                  </a:cubicBezTo>
                  <a:cubicBezTo>
                    <a:pt x="2334" y="3974"/>
                    <a:pt x="2229" y="4016"/>
                    <a:pt x="2145" y="4016"/>
                  </a:cubicBezTo>
                  <a:lnTo>
                    <a:pt x="2124" y="4016"/>
                  </a:lnTo>
                  <a:cubicBezTo>
                    <a:pt x="2019" y="4037"/>
                    <a:pt x="1935" y="4016"/>
                    <a:pt x="1851" y="3953"/>
                  </a:cubicBezTo>
                  <a:cubicBezTo>
                    <a:pt x="1746" y="3911"/>
                    <a:pt x="1704" y="3827"/>
                    <a:pt x="1683" y="3701"/>
                  </a:cubicBezTo>
                  <a:lnTo>
                    <a:pt x="1578" y="2523"/>
                  </a:lnTo>
                  <a:lnTo>
                    <a:pt x="2356" y="2439"/>
                  </a:lnTo>
                  <a:close/>
                  <a:moveTo>
                    <a:pt x="3806" y="3385"/>
                  </a:moveTo>
                  <a:lnTo>
                    <a:pt x="3701" y="2313"/>
                  </a:lnTo>
                  <a:lnTo>
                    <a:pt x="4416" y="2229"/>
                  </a:lnTo>
                  <a:lnTo>
                    <a:pt x="4542" y="3301"/>
                  </a:lnTo>
                  <a:cubicBezTo>
                    <a:pt x="4542" y="3427"/>
                    <a:pt x="4521" y="3511"/>
                    <a:pt x="4458" y="3574"/>
                  </a:cubicBezTo>
                  <a:cubicBezTo>
                    <a:pt x="4395" y="3637"/>
                    <a:pt x="4311" y="3658"/>
                    <a:pt x="4227" y="3680"/>
                  </a:cubicBezTo>
                  <a:cubicBezTo>
                    <a:pt x="4122" y="3680"/>
                    <a:pt x="4037" y="3658"/>
                    <a:pt x="3953" y="3616"/>
                  </a:cubicBezTo>
                  <a:cubicBezTo>
                    <a:pt x="3869" y="3574"/>
                    <a:pt x="3827" y="3490"/>
                    <a:pt x="3806" y="3385"/>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9" name="Google Shape;229;p42"/>
            <p:cNvSpPr/>
            <p:nvPr/>
          </p:nvSpPr>
          <p:spPr>
            <a:xfrm>
              <a:off x="6691454" y="3962231"/>
              <a:ext cx="151925" cy="131950"/>
            </a:xfrm>
            <a:custGeom>
              <a:rect b="b" l="l" r="r" t="t"/>
              <a:pathLst>
                <a:path extrusionOk="0" fill="none" h="5278" w="6077">
                  <a:moveTo>
                    <a:pt x="5656" y="2670"/>
                  </a:moveTo>
                  <a:cubicBezTo>
                    <a:pt x="5719" y="2670"/>
                    <a:pt x="5783" y="2649"/>
                    <a:pt x="5825" y="2607"/>
                  </a:cubicBezTo>
                  <a:cubicBezTo>
                    <a:pt x="5867" y="2565"/>
                    <a:pt x="5888" y="2523"/>
                    <a:pt x="5909" y="2460"/>
                  </a:cubicBezTo>
                  <a:lnTo>
                    <a:pt x="6056" y="715"/>
                  </a:lnTo>
                  <a:cubicBezTo>
                    <a:pt x="6077" y="652"/>
                    <a:pt x="6056" y="610"/>
                    <a:pt x="6014" y="568"/>
                  </a:cubicBezTo>
                  <a:cubicBezTo>
                    <a:pt x="5972" y="505"/>
                    <a:pt x="5930" y="484"/>
                    <a:pt x="5867" y="484"/>
                  </a:cubicBezTo>
                  <a:lnTo>
                    <a:pt x="674" y="0"/>
                  </a:lnTo>
                  <a:cubicBezTo>
                    <a:pt x="632" y="0"/>
                    <a:pt x="568" y="21"/>
                    <a:pt x="526" y="63"/>
                  </a:cubicBezTo>
                  <a:cubicBezTo>
                    <a:pt x="484" y="84"/>
                    <a:pt x="442" y="147"/>
                    <a:pt x="442" y="210"/>
                  </a:cubicBezTo>
                  <a:lnTo>
                    <a:pt x="1" y="4920"/>
                  </a:lnTo>
                  <a:cubicBezTo>
                    <a:pt x="1" y="4983"/>
                    <a:pt x="22" y="5025"/>
                    <a:pt x="64" y="5088"/>
                  </a:cubicBezTo>
                  <a:cubicBezTo>
                    <a:pt x="106" y="5130"/>
                    <a:pt x="148" y="5151"/>
                    <a:pt x="211" y="5151"/>
                  </a:cubicBezTo>
                  <a:lnTo>
                    <a:pt x="1409" y="5277"/>
                  </a:lnTo>
                  <a:cubicBezTo>
                    <a:pt x="1473" y="5277"/>
                    <a:pt x="1536" y="5256"/>
                    <a:pt x="1578" y="5214"/>
                  </a:cubicBezTo>
                  <a:cubicBezTo>
                    <a:pt x="1620" y="5172"/>
                    <a:pt x="1641" y="5130"/>
                    <a:pt x="1662" y="5067"/>
                  </a:cubicBezTo>
                  <a:lnTo>
                    <a:pt x="1914" y="2313"/>
                  </a:ln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0" name="Google Shape;230;p42"/>
            <p:cNvSpPr/>
            <p:nvPr/>
          </p:nvSpPr>
          <p:spPr>
            <a:xfrm>
              <a:off x="6643629" y="4104656"/>
              <a:ext cx="167175" cy="157175"/>
            </a:xfrm>
            <a:custGeom>
              <a:rect b="b" l="l" r="r" t="t"/>
              <a:pathLst>
                <a:path extrusionOk="0" fill="none" h="6287" w="6687">
                  <a:moveTo>
                    <a:pt x="1514" y="2040"/>
                  </a:moveTo>
                  <a:lnTo>
                    <a:pt x="1998" y="2397"/>
                  </a:lnTo>
                  <a:lnTo>
                    <a:pt x="1430" y="4290"/>
                  </a:lnTo>
                  <a:lnTo>
                    <a:pt x="821" y="4332"/>
                  </a:lnTo>
                  <a:cubicBezTo>
                    <a:pt x="631" y="4332"/>
                    <a:pt x="505" y="4437"/>
                    <a:pt x="463" y="4605"/>
                  </a:cubicBezTo>
                  <a:lnTo>
                    <a:pt x="22" y="6077"/>
                  </a:lnTo>
                  <a:cubicBezTo>
                    <a:pt x="1" y="6119"/>
                    <a:pt x="1" y="6161"/>
                    <a:pt x="22" y="6203"/>
                  </a:cubicBezTo>
                  <a:cubicBezTo>
                    <a:pt x="43" y="6245"/>
                    <a:pt x="85" y="6266"/>
                    <a:pt x="106" y="6287"/>
                  </a:cubicBezTo>
                  <a:cubicBezTo>
                    <a:pt x="148" y="6287"/>
                    <a:pt x="169" y="6287"/>
                    <a:pt x="190" y="6287"/>
                  </a:cubicBezTo>
                  <a:lnTo>
                    <a:pt x="5614" y="6077"/>
                  </a:lnTo>
                  <a:cubicBezTo>
                    <a:pt x="5803" y="6077"/>
                    <a:pt x="5929" y="5993"/>
                    <a:pt x="5993" y="5803"/>
                  </a:cubicBezTo>
                  <a:lnTo>
                    <a:pt x="6623" y="3638"/>
                  </a:lnTo>
                  <a:cubicBezTo>
                    <a:pt x="6686" y="3449"/>
                    <a:pt x="6644" y="3323"/>
                    <a:pt x="6476" y="3217"/>
                  </a:cubicBezTo>
                  <a:lnTo>
                    <a:pt x="2061" y="43"/>
                  </a:lnTo>
                  <a:cubicBezTo>
                    <a:pt x="2040" y="43"/>
                    <a:pt x="2019" y="22"/>
                    <a:pt x="1977" y="22"/>
                  </a:cubicBezTo>
                  <a:cubicBezTo>
                    <a:pt x="1956" y="1"/>
                    <a:pt x="1914" y="22"/>
                    <a:pt x="1872" y="43"/>
                  </a:cubicBezTo>
                  <a:cubicBezTo>
                    <a:pt x="1830" y="64"/>
                    <a:pt x="1809" y="106"/>
                    <a:pt x="1788" y="148"/>
                  </a:cubicBezTo>
                  <a:lnTo>
                    <a:pt x="1346" y="1620"/>
                  </a:lnTo>
                  <a:cubicBezTo>
                    <a:pt x="1304" y="1788"/>
                    <a:pt x="1346" y="1914"/>
                    <a:pt x="1514" y="2040"/>
                  </a:cubicBezTo>
                  <a:close/>
                  <a:moveTo>
                    <a:pt x="3386" y="3238"/>
                  </a:moveTo>
                  <a:lnTo>
                    <a:pt x="4815" y="4269"/>
                  </a:lnTo>
                  <a:lnTo>
                    <a:pt x="3049" y="4353"/>
                  </a:ln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1" name="Google Shape;231;p42"/>
            <p:cNvSpPr/>
            <p:nvPr/>
          </p:nvSpPr>
          <p:spPr>
            <a:xfrm>
              <a:off x="6572679" y="4274431"/>
              <a:ext cx="186600" cy="185575"/>
            </a:xfrm>
            <a:custGeom>
              <a:rect b="b" l="l" r="r" t="t"/>
              <a:pathLst>
                <a:path extrusionOk="0" fill="none" h="7423" w="7464">
                  <a:moveTo>
                    <a:pt x="5740" y="5803"/>
                  </a:moveTo>
                  <a:cubicBezTo>
                    <a:pt x="5719" y="5740"/>
                    <a:pt x="5698" y="5698"/>
                    <a:pt x="5635" y="5677"/>
                  </a:cubicBezTo>
                  <a:lnTo>
                    <a:pt x="3553" y="4563"/>
                  </a:lnTo>
                  <a:lnTo>
                    <a:pt x="6518" y="4142"/>
                  </a:lnTo>
                  <a:cubicBezTo>
                    <a:pt x="6644" y="4121"/>
                    <a:pt x="6749" y="4037"/>
                    <a:pt x="6812" y="3932"/>
                  </a:cubicBezTo>
                  <a:lnTo>
                    <a:pt x="7422" y="2776"/>
                  </a:lnTo>
                  <a:cubicBezTo>
                    <a:pt x="7464" y="2713"/>
                    <a:pt x="7464" y="2671"/>
                    <a:pt x="7443" y="2608"/>
                  </a:cubicBezTo>
                  <a:cubicBezTo>
                    <a:pt x="7422" y="2545"/>
                    <a:pt x="7401" y="2502"/>
                    <a:pt x="7338" y="2481"/>
                  </a:cubicBezTo>
                  <a:lnTo>
                    <a:pt x="2755" y="22"/>
                  </a:lnTo>
                  <a:cubicBezTo>
                    <a:pt x="2691" y="1"/>
                    <a:pt x="2628" y="1"/>
                    <a:pt x="2586" y="22"/>
                  </a:cubicBezTo>
                  <a:cubicBezTo>
                    <a:pt x="2523" y="22"/>
                    <a:pt x="2481" y="64"/>
                    <a:pt x="2460" y="127"/>
                  </a:cubicBezTo>
                  <a:lnTo>
                    <a:pt x="1745" y="1451"/>
                  </a:lnTo>
                  <a:cubicBezTo>
                    <a:pt x="1703" y="1514"/>
                    <a:pt x="1703" y="1556"/>
                    <a:pt x="1724" y="1619"/>
                  </a:cubicBezTo>
                  <a:cubicBezTo>
                    <a:pt x="1745" y="1683"/>
                    <a:pt x="1787" y="1725"/>
                    <a:pt x="1829" y="1746"/>
                  </a:cubicBezTo>
                  <a:lnTo>
                    <a:pt x="3764" y="2776"/>
                  </a:lnTo>
                  <a:lnTo>
                    <a:pt x="946" y="3280"/>
                  </a:lnTo>
                  <a:cubicBezTo>
                    <a:pt x="820" y="3301"/>
                    <a:pt x="715" y="3385"/>
                    <a:pt x="652" y="3491"/>
                  </a:cubicBezTo>
                  <a:lnTo>
                    <a:pt x="42" y="4647"/>
                  </a:lnTo>
                  <a:cubicBezTo>
                    <a:pt x="21" y="4710"/>
                    <a:pt x="0" y="4752"/>
                    <a:pt x="21" y="4815"/>
                  </a:cubicBezTo>
                  <a:cubicBezTo>
                    <a:pt x="42" y="4878"/>
                    <a:pt x="84" y="4920"/>
                    <a:pt x="126" y="4941"/>
                  </a:cubicBezTo>
                  <a:lnTo>
                    <a:pt x="4731" y="7380"/>
                  </a:lnTo>
                  <a:cubicBezTo>
                    <a:pt x="4773" y="7422"/>
                    <a:pt x="4836" y="7422"/>
                    <a:pt x="4899" y="7401"/>
                  </a:cubicBezTo>
                  <a:cubicBezTo>
                    <a:pt x="4941" y="7380"/>
                    <a:pt x="4983" y="7359"/>
                    <a:pt x="5025" y="7296"/>
                  </a:cubicBezTo>
                  <a:lnTo>
                    <a:pt x="5719" y="5971"/>
                  </a:lnTo>
                  <a:cubicBezTo>
                    <a:pt x="5761" y="5908"/>
                    <a:pt x="5761" y="5866"/>
                    <a:pt x="5740" y="5803"/>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2" name="Google Shape;232;p42"/>
            <p:cNvSpPr/>
            <p:nvPr/>
          </p:nvSpPr>
          <p:spPr>
            <a:xfrm>
              <a:off x="6487004" y="4438956"/>
              <a:ext cx="159275" cy="160325"/>
            </a:xfrm>
            <a:custGeom>
              <a:rect b="b" l="l" r="r" t="t"/>
              <a:pathLst>
                <a:path extrusionOk="0" fill="none" h="6413" w="6371">
                  <a:moveTo>
                    <a:pt x="4352" y="3406"/>
                  </a:moveTo>
                  <a:cubicBezTo>
                    <a:pt x="4331" y="3595"/>
                    <a:pt x="4268" y="3764"/>
                    <a:pt x="4100" y="3953"/>
                  </a:cubicBezTo>
                  <a:cubicBezTo>
                    <a:pt x="3953" y="4142"/>
                    <a:pt x="3827" y="4247"/>
                    <a:pt x="3701" y="4289"/>
                  </a:cubicBezTo>
                  <a:cubicBezTo>
                    <a:pt x="3574" y="4331"/>
                    <a:pt x="3427" y="4331"/>
                    <a:pt x="3280" y="4310"/>
                  </a:cubicBezTo>
                  <a:cubicBezTo>
                    <a:pt x="3133" y="4268"/>
                    <a:pt x="3007" y="4310"/>
                    <a:pt x="2944" y="4394"/>
                  </a:cubicBezTo>
                  <a:lnTo>
                    <a:pt x="1829" y="5761"/>
                  </a:lnTo>
                  <a:cubicBezTo>
                    <a:pt x="1787" y="5803"/>
                    <a:pt x="1787" y="5845"/>
                    <a:pt x="1787" y="5887"/>
                  </a:cubicBezTo>
                  <a:cubicBezTo>
                    <a:pt x="1787" y="5929"/>
                    <a:pt x="1808" y="5971"/>
                    <a:pt x="1851" y="6013"/>
                  </a:cubicBezTo>
                  <a:cubicBezTo>
                    <a:pt x="2229" y="6308"/>
                    <a:pt x="2734" y="6413"/>
                    <a:pt x="3343" y="6308"/>
                  </a:cubicBezTo>
                  <a:cubicBezTo>
                    <a:pt x="3659" y="6244"/>
                    <a:pt x="3974" y="6118"/>
                    <a:pt x="4331" y="5887"/>
                  </a:cubicBezTo>
                  <a:cubicBezTo>
                    <a:pt x="4668" y="5656"/>
                    <a:pt x="5004" y="5361"/>
                    <a:pt x="5320" y="4962"/>
                  </a:cubicBezTo>
                  <a:cubicBezTo>
                    <a:pt x="6076" y="4037"/>
                    <a:pt x="6371" y="3133"/>
                    <a:pt x="6182" y="2313"/>
                  </a:cubicBezTo>
                  <a:cubicBezTo>
                    <a:pt x="6055" y="1871"/>
                    <a:pt x="5803" y="1472"/>
                    <a:pt x="5404" y="1136"/>
                  </a:cubicBezTo>
                  <a:lnTo>
                    <a:pt x="4668" y="547"/>
                  </a:lnTo>
                  <a:cubicBezTo>
                    <a:pt x="4268" y="210"/>
                    <a:pt x="3827" y="42"/>
                    <a:pt x="3385" y="21"/>
                  </a:cubicBezTo>
                  <a:cubicBezTo>
                    <a:pt x="2923" y="0"/>
                    <a:pt x="2502" y="105"/>
                    <a:pt x="2082" y="358"/>
                  </a:cubicBezTo>
                  <a:cubicBezTo>
                    <a:pt x="1682" y="589"/>
                    <a:pt x="1325" y="925"/>
                    <a:pt x="967" y="1325"/>
                  </a:cubicBezTo>
                  <a:cubicBezTo>
                    <a:pt x="631" y="1745"/>
                    <a:pt x="379" y="2145"/>
                    <a:pt x="232" y="2523"/>
                  </a:cubicBezTo>
                  <a:cubicBezTo>
                    <a:pt x="84" y="2923"/>
                    <a:pt x="0" y="3259"/>
                    <a:pt x="0" y="3574"/>
                  </a:cubicBezTo>
                  <a:cubicBezTo>
                    <a:pt x="21" y="4205"/>
                    <a:pt x="211" y="4668"/>
                    <a:pt x="589" y="4983"/>
                  </a:cubicBezTo>
                  <a:cubicBezTo>
                    <a:pt x="631" y="5004"/>
                    <a:pt x="673" y="5025"/>
                    <a:pt x="736" y="5025"/>
                  </a:cubicBezTo>
                  <a:cubicBezTo>
                    <a:pt x="778" y="5004"/>
                    <a:pt x="820" y="4983"/>
                    <a:pt x="841" y="4962"/>
                  </a:cubicBezTo>
                  <a:lnTo>
                    <a:pt x="1956" y="3595"/>
                  </a:lnTo>
                  <a:cubicBezTo>
                    <a:pt x="2040" y="3511"/>
                    <a:pt x="2040" y="3385"/>
                    <a:pt x="1977" y="3238"/>
                  </a:cubicBezTo>
                  <a:cubicBezTo>
                    <a:pt x="1914" y="3112"/>
                    <a:pt x="1893" y="2965"/>
                    <a:pt x="1914" y="2838"/>
                  </a:cubicBezTo>
                  <a:cubicBezTo>
                    <a:pt x="1935" y="2712"/>
                    <a:pt x="2019" y="2544"/>
                    <a:pt x="2166" y="2355"/>
                  </a:cubicBezTo>
                  <a:cubicBezTo>
                    <a:pt x="2313" y="2187"/>
                    <a:pt x="2481" y="2061"/>
                    <a:pt x="2670" y="2019"/>
                  </a:cubicBezTo>
                  <a:cubicBezTo>
                    <a:pt x="2839" y="1976"/>
                    <a:pt x="3007" y="2019"/>
                    <a:pt x="3175" y="2145"/>
                  </a:cubicBezTo>
                  <a:lnTo>
                    <a:pt x="4121" y="2923"/>
                  </a:lnTo>
                  <a:cubicBezTo>
                    <a:pt x="4289" y="3049"/>
                    <a:pt x="4352" y="3217"/>
                    <a:pt x="4352" y="3406"/>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3" name="Google Shape;233;p42"/>
            <p:cNvSpPr/>
            <p:nvPr/>
          </p:nvSpPr>
          <p:spPr>
            <a:xfrm>
              <a:off x="6340354" y="4544606"/>
              <a:ext cx="198175" cy="197650"/>
            </a:xfrm>
            <a:custGeom>
              <a:rect b="b" l="l" r="r" t="t"/>
              <a:pathLst>
                <a:path extrusionOk="0" fill="none" h="7906" w="7927">
                  <a:moveTo>
                    <a:pt x="5025" y="6644"/>
                  </a:moveTo>
                  <a:cubicBezTo>
                    <a:pt x="5046" y="6581"/>
                    <a:pt x="5025" y="6539"/>
                    <a:pt x="4983" y="6476"/>
                  </a:cubicBezTo>
                  <a:lnTo>
                    <a:pt x="3932" y="5214"/>
                  </a:lnTo>
                  <a:lnTo>
                    <a:pt x="5194" y="4184"/>
                  </a:lnTo>
                  <a:lnTo>
                    <a:pt x="6245" y="5466"/>
                  </a:lnTo>
                  <a:cubicBezTo>
                    <a:pt x="6287" y="5508"/>
                    <a:pt x="6329" y="5530"/>
                    <a:pt x="6392" y="5530"/>
                  </a:cubicBezTo>
                  <a:cubicBezTo>
                    <a:pt x="6455" y="5551"/>
                    <a:pt x="6497" y="5530"/>
                    <a:pt x="6560" y="5487"/>
                  </a:cubicBezTo>
                  <a:lnTo>
                    <a:pt x="7843" y="4436"/>
                  </a:lnTo>
                  <a:cubicBezTo>
                    <a:pt x="7885" y="4394"/>
                    <a:pt x="7927" y="4331"/>
                    <a:pt x="7927" y="4289"/>
                  </a:cubicBezTo>
                  <a:cubicBezTo>
                    <a:pt x="7927" y="4226"/>
                    <a:pt x="7906" y="4163"/>
                    <a:pt x="7885" y="4121"/>
                  </a:cubicBezTo>
                  <a:lnTo>
                    <a:pt x="4584" y="84"/>
                  </a:lnTo>
                  <a:cubicBezTo>
                    <a:pt x="4542" y="42"/>
                    <a:pt x="4500" y="21"/>
                    <a:pt x="4437" y="21"/>
                  </a:cubicBezTo>
                  <a:cubicBezTo>
                    <a:pt x="4374" y="0"/>
                    <a:pt x="4311" y="21"/>
                    <a:pt x="4269" y="63"/>
                  </a:cubicBezTo>
                  <a:lnTo>
                    <a:pt x="2986" y="1114"/>
                  </a:lnTo>
                  <a:cubicBezTo>
                    <a:pt x="2923" y="1156"/>
                    <a:pt x="2902" y="1198"/>
                    <a:pt x="2902" y="1262"/>
                  </a:cubicBezTo>
                  <a:cubicBezTo>
                    <a:pt x="2902" y="1325"/>
                    <a:pt x="2902" y="1388"/>
                    <a:pt x="2944" y="1430"/>
                  </a:cubicBezTo>
                  <a:lnTo>
                    <a:pt x="4037" y="2754"/>
                  </a:lnTo>
                  <a:lnTo>
                    <a:pt x="2776" y="3784"/>
                  </a:lnTo>
                  <a:lnTo>
                    <a:pt x="1683" y="2460"/>
                  </a:lnTo>
                  <a:cubicBezTo>
                    <a:pt x="1661" y="2418"/>
                    <a:pt x="1598" y="2376"/>
                    <a:pt x="1535" y="2376"/>
                  </a:cubicBezTo>
                  <a:cubicBezTo>
                    <a:pt x="1493" y="2376"/>
                    <a:pt x="1430" y="2397"/>
                    <a:pt x="1388" y="2418"/>
                  </a:cubicBezTo>
                  <a:lnTo>
                    <a:pt x="85" y="3490"/>
                  </a:lnTo>
                  <a:cubicBezTo>
                    <a:pt x="43" y="3532"/>
                    <a:pt x="22" y="3574"/>
                    <a:pt x="1" y="3637"/>
                  </a:cubicBezTo>
                  <a:cubicBezTo>
                    <a:pt x="1" y="3700"/>
                    <a:pt x="22" y="3742"/>
                    <a:pt x="64" y="3784"/>
                  </a:cubicBezTo>
                  <a:lnTo>
                    <a:pt x="3364" y="7821"/>
                  </a:lnTo>
                  <a:cubicBezTo>
                    <a:pt x="3385" y="7863"/>
                    <a:pt x="3449" y="7884"/>
                    <a:pt x="3512" y="7905"/>
                  </a:cubicBezTo>
                  <a:cubicBezTo>
                    <a:pt x="3554" y="7905"/>
                    <a:pt x="3617" y="7884"/>
                    <a:pt x="3659" y="7842"/>
                  </a:cubicBezTo>
                  <a:lnTo>
                    <a:pt x="4962" y="6791"/>
                  </a:lnTo>
                  <a:cubicBezTo>
                    <a:pt x="5004" y="6749"/>
                    <a:pt x="5025" y="6707"/>
                    <a:pt x="5025" y="6644"/>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4" name="Google Shape;234;p42"/>
            <p:cNvSpPr/>
            <p:nvPr/>
          </p:nvSpPr>
          <p:spPr>
            <a:xfrm>
              <a:off x="6195804" y="4650256"/>
              <a:ext cx="185575" cy="185550"/>
            </a:xfrm>
            <a:custGeom>
              <a:rect b="b" l="l" r="r" t="t"/>
              <a:pathLst>
                <a:path extrusionOk="0" fill="none" h="7422" w="7423">
                  <a:moveTo>
                    <a:pt x="3974" y="2754"/>
                  </a:moveTo>
                  <a:lnTo>
                    <a:pt x="1578" y="4016"/>
                  </a:lnTo>
                  <a:cubicBezTo>
                    <a:pt x="1515" y="4058"/>
                    <a:pt x="1473" y="4100"/>
                    <a:pt x="1473" y="4142"/>
                  </a:cubicBezTo>
                  <a:cubicBezTo>
                    <a:pt x="1452" y="4205"/>
                    <a:pt x="1452" y="4268"/>
                    <a:pt x="1473" y="4310"/>
                  </a:cubicBezTo>
                  <a:lnTo>
                    <a:pt x="1977" y="5235"/>
                  </a:lnTo>
                  <a:cubicBezTo>
                    <a:pt x="1998" y="5298"/>
                    <a:pt x="2040" y="5319"/>
                    <a:pt x="2103" y="5340"/>
                  </a:cubicBezTo>
                  <a:cubicBezTo>
                    <a:pt x="2145" y="5361"/>
                    <a:pt x="2208" y="5361"/>
                    <a:pt x="2271" y="5340"/>
                  </a:cubicBezTo>
                  <a:lnTo>
                    <a:pt x="4668" y="4058"/>
                  </a:lnTo>
                  <a:lnTo>
                    <a:pt x="4900" y="4520"/>
                  </a:lnTo>
                  <a:lnTo>
                    <a:pt x="2103" y="5992"/>
                  </a:lnTo>
                  <a:cubicBezTo>
                    <a:pt x="2061" y="6013"/>
                    <a:pt x="2019" y="6055"/>
                    <a:pt x="1998" y="6118"/>
                  </a:cubicBezTo>
                  <a:cubicBezTo>
                    <a:pt x="1977" y="6181"/>
                    <a:pt x="1977" y="6223"/>
                    <a:pt x="2019" y="6286"/>
                  </a:cubicBezTo>
                  <a:lnTo>
                    <a:pt x="2545" y="7295"/>
                  </a:lnTo>
                  <a:cubicBezTo>
                    <a:pt x="2566" y="7338"/>
                    <a:pt x="2608" y="7380"/>
                    <a:pt x="2671" y="7401"/>
                  </a:cubicBezTo>
                  <a:cubicBezTo>
                    <a:pt x="2734" y="7422"/>
                    <a:pt x="2776" y="7401"/>
                    <a:pt x="2839" y="7380"/>
                  </a:cubicBezTo>
                  <a:lnTo>
                    <a:pt x="7296" y="5025"/>
                  </a:lnTo>
                  <a:cubicBezTo>
                    <a:pt x="7359" y="5004"/>
                    <a:pt x="7401" y="4962"/>
                    <a:pt x="7401" y="4899"/>
                  </a:cubicBezTo>
                  <a:cubicBezTo>
                    <a:pt x="7422" y="4836"/>
                    <a:pt x="7422" y="4773"/>
                    <a:pt x="7401" y="4730"/>
                  </a:cubicBezTo>
                  <a:lnTo>
                    <a:pt x="4963" y="126"/>
                  </a:lnTo>
                  <a:cubicBezTo>
                    <a:pt x="4942" y="63"/>
                    <a:pt x="4900" y="42"/>
                    <a:pt x="4836" y="21"/>
                  </a:cubicBezTo>
                  <a:cubicBezTo>
                    <a:pt x="4773" y="0"/>
                    <a:pt x="4731" y="0"/>
                    <a:pt x="4668" y="42"/>
                  </a:cubicBezTo>
                  <a:lnTo>
                    <a:pt x="127" y="2418"/>
                  </a:lnTo>
                  <a:cubicBezTo>
                    <a:pt x="85" y="2460"/>
                    <a:pt x="43" y="2502"/>
                    <a:pt x="22" y="2565"/>
                  </a:cubicBezTo>
                  <a:cubicBezTo>
                    <a:pt x="1" y="2607"/>
                    <a:pt x="22" y="2670"/>
                    <a:pt x="43" y="2712"/>
                  </a:cubicBezTo>
                  <a:lnTo>
                    <a:pt x="569" y="3721"/>
                  </a:lnTo>
                  <a:cubicBezTo>
                    <a:pt x="590" y="3784"/>
                    <a:pt x="653" y="3805"/>
                    <a:pt x="695" y="3826"/>
                  </a:cubicBezTo>
                  <a:cubicBezTo>
                    <a:pt x="758" y="3847"/>
                    <a:pt x="821" y="3847"/>
                    <a:pt x="863" y="3826"/>
                  </a:cubicBezTo>
                  <a:lnTo>
                    <a:pt x="3722" y="2313"/>
                  </a:ln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5" name="Google Shape;235;p42"/>
            <p:cNvSpPr/>
            <p:nvPr/>
          </p:nvSpPr>
          <p:spPr>
            <a:xfrm>
              <a:off x="5918279" y="4827381"/>
              <a:ext cx="64150" cy="63625"/>
            </a:xfrm>
            <a:custGeom>
              <a:rect b="b" l="l" r="r" t="t"/>
              <a:pathLst>
                <a:path extrusionOk="0" fill="none" h="2545" w="2566">
                  <a:moveTo>
                    <a:pt x="1157" y="42"/>
                  </a:moveTo>
                  <a:cubicBezTo>
                    <a:pt x="821" y="84"/>
                    <a:pt x="548" y="231"/>
                    <a:pt x="316" y="484"/>
                  </a:cubicBezTo>
                  <a:cubicBezTo>
                    <a:pt x="106" y="757"/>
                    <a:pt x="1" y="1051"/>
                    <a:pt x="43" y="1388"/>
                  </a:cubicBezTo>
                  <a:cubicBezTo>
                    <a:pt x="64" y="1745"/>
                    <a:pt x="211" y="2019"/>
                    <a:pt x="485" y="2229"/>
                  </a:cubicBezTo>
                  <a:cubicBezTo>
                    <a:pt x="737" y="2460"/>
                    <a:pt x="1052" y="2544"/>
                    <a:pt x="1389" y="2523"/>
                  </a:cubicBezTo>
                  <a:cubicBezTo>
                    <a:pt x="1746" y="2481"/>
                    <a:pt x="2019" y="2334"/>
                    <a:pt x="2251" y="2082"/>
                  </a:cubicBezTo>
                  <a:cubicBezTo>
                    <a:pt x="2461" y="1808"/>
                    <a:pt x="2566" y="1514"/>
                    <a:pt x="2524" y="1157"/>
                  </a:cubicBezTo>
                  <a:cubicBezTo>
                    <a:pt x="2482" y="820"/>
                    <a:pt x="2335" y="547"/>
                    <a:pt x="2082" y="316"/>
                  </a:cubicBezTo>
                  <a:cubicBezTo>
                    <a:pt x="1809" y="105"/>
                    <a:pt x="1515" y="0"/>
                    <a:pt x="1157" y="42"/>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6" name="Google Shape;236;p42"/>
            <p:cNvSpPr/>
            <p:nvPr/>
          </p:nvSpPr>
          <p:spPr>
            <a:xfrm>
              <a:off x="5514104" y="4725931"/>
              <a:ext cx="156650" cy="159800"/>
            </a:xfrm>
            <a:custGeom>
              <a:rect b="b" l="l" r="r" t="t"/>
              <a:pathLst>
                <a:path extrusionOk="0" fill="none" h="6392" w="6266">
                  <a:moveTo>
                    <a:pt x="1745" y="3196"/>
                  </a:moveTo>
                  <a:lnTo>
                    <a:pt x="589" y="3491"/>
                  </a:lnTo>
                  <a:cubicBezTo>
                    <a:pt x="463" y="3554"/>
                    <a:pt x="379" y="3638"/>
                    <a:pt x="337" y="3743"/>
                  </a:cubicBezTo>
                  <a:lnTo>
                    <a:pt x="21" y="4710"/>
                  </a:lnTo>
                  <a:cubicBezTo>
                    <a:pt x="0" y="4773"/>
                    <a:pt x="0" y="4815"/>
                    <a:pt x="21" y="4878"/>
                  </a:cubicBezTo>
                  <a:cubicBezTo>
                    <a:pt x="63" y="4941"/>
                    <a:pt x="105" y="4962"/>
                    <a:pt x="147" y="4983"/>
                  </a:cubicBezTo>
                  <a:lnTo>
                    <a:pt x="4352" y="6371"/>
                  </a:lnTo>
                  <a:cubicBezTo>
                    <a:pt x="4415" y="6392"/>
                    <a:pt x="4478" y="6392"/>
                    <a:pt x="4520" y="6350"/>
                  </a:cubicBezTo>
                  <a:cubicBezTo>
                    <a:pt x="4584" y="6329"/>
                    <a:pt x="4626" y="6287"/>
                    <a:pt x="4647" y="6224"/>
                  </a:cubicBezTo>
                  <a:lnTo>
                    <a:pt x="4983" y="5151"/>
                  </a:lnTo>
                  <a:cubicBezTo>
                    <a:pt x="5004" y="5088"/>
                    <a:pt x="5004" y="5046"/>
                    <a:pt x="4983" y="4983"/>
                  </a:cubicBezTo>
                  <a:cubicBezTo>
                    <a:pt x="4962" y="4941"/>
                    <a:pt x="4920" y="4899"/>
                    <a:pt x="4857" y="4878"/>
                  </a:cubicBezTo>
                  <a:lnTo>
                    <a:pt x="2691" y="4163"/>
                  </a:lnTo>
                  <a:lnTo>
                    <a:pt x="4016" y="3974"/>
                  </a:lnTo>
                  <a:cubicBezTo>
                    <a:pt x="4142" y="3953"/>
                    <a:pt x="4226" y="3869"/>
                    <a:pt x="4268" y="3722"/>
                  </a:cubicBezTo>
                  <a:lnTo>
                    <a:pt x="4478" y="3133"/>
                  </a:lnTo>
                  <a:cubicBezTo>
                    <a:pt x="4499" y="3070"/>
                    <a:pt x="4478" y="3028"/>
                    <a:pt x="4457" y="2965"/>
                  </a:cubicBezTo>
                  <a:cubicBezTo>
                    <a:pt x="4436" y="2923"/>
                    <a:pt x="4394" y="2881"/>
                    <a:pt x="4331" y="2860"/>
                  </a:cubicBezTo>
                  <a:lnTo>
                    <a:pt x="3301" y="2523"/>
                  </a:lnTo>
                  <a:cubicBezTo>
                    <a:pt x="2902" y="2397"/>
                    <a:pt x="2754" y="2208"/>
                    <a:pt x="2817" y="1998"/>
                  </a:cubicBezTo>
                  <a:cubicBezTo>
                    <a:pt x="2860" y="1893"/>
                    <a:pt x="2944" y="1809"/>
                    <a:pt x="3049" y="1767"/>
                  </a:cubicBezTo>
                  <a:cubicBezTo>
                    <a:pt x="3175" y="1725"/>
                    <a:pt x="3364" y="1746"/>
                    <a:pt x="3574" y="1809"/>
                  </a:cubicBezTo>
                  <a:cubicBezTo>
                    <a:pt x="3806" y="1893"/>
                    <a:pt x="3953" y="1977"/>
                    <a:pt x="4016" y="2040"/>
                  </a:cubicBezTo>
                  <a:cubicBezTo>
                    <a:pt x="4037" y="2082"/>
                    <a:pt x="4079" y="2124"/>
                    <a:pt x="4121" y="2208"/>
                  </a:cubicBezTo>
                  <a:cubicBezTo>
                    <a:pt x="4142" y="2271"/>
                    <a:pt x="4205" y="2313"/>
                    <a:pt x="4247" y="2334"/>
                  </a:cubicBezTo>
                  <a:lnTo>
                    <a:pt x="5950" y="2881"/>
                  </a:lnTo>
                  <a:cubicBezTo>
                    <a:pt x="5992" y="2902"/>
                    <a:pt x="6034" y="2902"/>
                    <a:pt x="6076" y="2881"/>
                  </a:cubicBezTo>
                  <a:cubicBezTo>
                    <a:pt x="6118" y="2860"/>
                    <a:pt x="6160" y="2818"/>
                    <a:pt x="6160" y="2776"/>
                  </a:cubicBezTo>
                  <a:cubicBezTo>
                    <a:pt x="6265" y="2502"/>
                    <a:pt x="6223" y="2187"/>
                    <a:pt x="6076" y="1830"/>
                  </a:cubicBezTo>
                  <a:cubicBezTo>
                    <a:pt x="5761" y="1157"/>
                    <a:pt x="5088" y="652"/>
                    <a:pt x="4037" y="316"/>
                  </a:cubicBezTo>
                  <a:cubicBezTo>
                    <a:pt x="3259" y="64"/>
                    <a:pt x="2565" y="1"/>
                    <a:pt x="1955" y="148"/>
                  </a:cubicBezTo>
                  <a:cubicBezTo>
                    <a:pt x="1346" y="316"/>
                    <a:pt x="967" y="631"/>
                    <a:pt x="778" y="1157"/>
                  </a:cubicBezTo>
                  <a:cubicBezTo>
                    <a:pt x="526" y="1977"/>
                    <a:pt x="841" y="2650"/>
                    <a:pt x="1745" y="3196"/>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7" name="Google Shape;237;p42"/>
            <p:cNvSpPr/>
            <p:nvPr/>
          </p:nvSpPr>
          <p:spPr>
            <a:xfrm>
              <a:off x="5201354" y="4544606"/>
              <a:ext cx="162450" cy="159800"/>
            </a:xfrm>
            <a:custGeom>
              <a:rect b="b" l="l" r="r" t="t"/>
              <a:pathLst>
                <a:path extrusionOk="0" fill="none" h="6392" w="6498">
                  <a:moveTo>
                    <a:pt x="169" y="3448"/>
                  </a:moveTo>
                  <a:cubicBezTo>
                    <a:pt x="337" y="4121"/>
                    <a:pt x="758" y="4752"/>
                    <a:pt x="1430" y="5340"/>
                  </a:cubicBezTo>
                  <a:cubicBezTo>
                    <a:pt x="2103" y="5908"/>
                    <a:pt x="2776" y="6244"/>
                    <a:pt x="3449" y="6307"/>
                  </a:cubicBezTo>
                  <a:cubicBezTo>
                    <a:pt x="4143" y="6392"/>
                    <a:pt x="4731" y="6118"/>
                    <a:pt x="5257" y="5530"/>
                  </a:cubicBezTo>
                  <a:lnTo>
                    <a:pt x="5867" y="4836"/>
                  </a:lnTo>
                  <a:cubicBezTo>
                    <a:pt x="6224" y="4415"/>
                    <a:pt x="6413" y="3974"/>
                    <a:pt x="6455" y="3532"/>
                  </a:cubicBezTo>
                  <a:cubicBezTo>
                    <a:pt x="6497" y="3091"/>
                    <a:pt x="6392" y="2649"/>
                    <a:pt x="6161" y="2250"/>
                  </a:cubicBezTo>
                  <a:cubicBezTo>
                    <a:pt x="5930" y="1850"/>
                    <a:pt x="5593" y="1451"/>
                    <a:pt x="5131" y="1072"/>
                  </a:cubicBezTo>
                  <a:cubicBezTo>
                    <a:pt x="4689" y="673"/>
                    <a:pt x="4248" y="400"/>
                    <a:pt x="3827" y="210"/>
                  </a:cubicBezTo>
                  <a:cubicBezTo>
                    <a:pt x="3386" y="42"/>
                    <a:pt x="2965" y="0"/>
                    <a:pt x="2524" y="105"/>
                  </a:cubicBezTo>
                  <a:cubicBezTo>
                    <a:pt x="2082" y="189"/>
                    <a:pt x="1683" y="442"/>
                    <a:pt x="1325" y="862"/>
                  </a:cubicBezTo>
                  <a:lnTo>
                    <a:pt x="695" y="1577"/>
                  </a:lnTo>
                  <a:cubicBezTo>
                    <a:pt x="169" y="2166"/>
                    <a:pt x="1" y="2796"/>
                    <a:pt x="169" y="3448"/>
                  </a:cubicBezTo>
                  <a:close/>
                  <a:moveTo>
                    <a:pt x="3028" y="4415"/>
                  </a:moveTo>
                  <a:cubicBezTo>
                    <a:pt x="2839" y="4394"/>
                    <a:pt x="2650" y="4310"/>
                    <a:pt x="2461" y="4142"/>
                  </a:cubicBezTo>
                  <a:cubicBezTo>
                    <a:pt x="2271" y="3974"/>
                    <a:pt x="2145" y="3806"/>
                    <a:pt x="2103" y="3616"/>
                  </a:cubicBezTo>
                  <a:cubicBezTo>
                    <a:pt x="2082" y="3427"/>
                    <a:pt x="2124" y="3259"/>
                    <a:pt x="2271" y="3112"/>
                  </a:cubicBezTo>
                  <a:lnTo>
                    <a:pt x="3049" y="2208"/>
                  </a:lnTo>
                  <a:cubicBezTo>
                    <a:pt x="3196" y="2039"/>
                    <a:pt x="3344" y="1976"/>
                    <a:pt x="3533" y="1976"/>
                  </a:cubicBezTo>
                  <a:cubicBezTo>
                    <a:pt x="3722" y="1997"/>
                    <a:pt x="3911" y="2082"/>
                    <a:pt x="4100" y="2250"/>
                  </a:cubicBezTo>
                  <a:cubicBezTo>
                    <a:pt x="4290" y="2418"/>
                    <a:pt x="4416" y="2586"/>
                    <a:pt x="4458" y="2775"/>
                  </a:cubicBezTo>
                  <a:cubicBezTo>
                    <a:pt x="4500" y="2965"/>
                    <a:pt x="4437" y="3133"/>
                    <a:pt x="4311" y="3280"/>
                  </a:cubicBezTo>
                  <a:lnTo>
                    <a:pt x="3512" y="4205"/>
                  </a:lnTo>
                  <a:cubicBezTo>
                    <a:pt x="3365" y="4352"/>
                    <a:pt x="3217" y="4436"/>
                    <a:pt x="3028" y="4415"/>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8" name="Google Shape;238;p42"/>
            <p:cNvSpPr/>
            <p:nvPr/>
          </p:nvSpPr>
          <p:spPr>
            <a:xfrm>
              <a:off x="5081529" y="4411081"/>
              <a:ext cx="156650" cy="160875"/>
            </a:xfrm>
            <a:custGeom>
              <a:rect b="b" l="l" r="r" t="t"/>
              <a:pathLst>
                <a:path extrusionOk="0" fill="none" h="6435" w="6266">
                  <a:moveTo>
                    <a:pt x="2628" y="4395"/>
                  </a:moveTo>
                  <a:cubicBezTo>
                    <a:pt x="2439" y="4353"/>
                    <a:pt x="2271" y="4227"/>
                    <a:pt x="2124" y="4038"/>
                  </a:cubicBezTo>
                  <a:cubicBezTo>
                    <a:pt x="1976" y="3848"/>
                    <a:pt x="1913" y="3701"/>
                    <a:pt x="1892" y="3575"/>
                  </a:cubicBezTo>
                  <a:cubicBezTo>
                    <a:pt x="1892" y="3428"/>
                    <a:pt x="1913" y="3302"/>
                    <a:pt x="1976" y="3155"/>
                  </a:cubicBezTo>
                  <a:cubicBezTo>
                    <a:pt x="2040" y="3007"/>
                    <a:pt x="2040" y="2902"/>
                    <a:pt x="1976" y="2797"/>
                  </a:cubicBezTo>
                  <a:lnTo>
                    <a:pt x="904" y="1410"/>
                  </a:lnTo>
                  <a:cubicBezTo>
                    <a:pt x="862" y="1367"/>
                    <a:pt x="820" y="1346"/>
                    <a:pt x="778" y="1346"/>
                  </a:cubicBezTo>
                  <a:cubicBezTo>
                    <a:pt x="736" y="1346"/>
                    <a:pt x="694" y="1346"/>
                    <a:pt x="652" y="1389"/>
                  </a:cubicBezTo>
                  <a:cubicBezTo>
                    <a:pt x="252" y="1683"/>
                    <a:pt x="42" y="2145"/>
                    <a:pt x="21" y="2776"/>
                  </a:cubicBezTo>
                  <a:cubicBezTo>
                    <a:pt x="0" y="3091"/>
                    <a:pt x="63" y="3428"/>
                    <a:pt x="210" y="3827"/>
                  </a:cubicBezTo>
                  <a:cubicBezTo>
                    <a:pt x="358" y="4206"/>
                    <a:pt x="568" y="4605"/>
                    <a:pt x="883" y="4984"/>
                  </a:cubicBezTo>
                  <a:cubicBezTo>
                    <a:pt x="1619" y="5951"/>
                    <a:pt x="2418" y="6434"/>
                    <a:pt x="3280" y="6434"/>
                  </a:cubicBezTo>
                  <a:cubicBezTo>
                    <a:pt x="3743" y="6413"/>
                    <a:pt x="4163" y="6266"/>
                    <a:pt x="4583" y="5930"/>
                  </a:cubicBezTo>
                  <a:lnTo>
                    <a:pt x="5319" y="5362"/>
                  </a:lnTo>
                  <a:cubicBezTo>
                    <a:pt x="5740" y="5047"/>
                    <a:pt x="6013" y="4668"/>
                    <a:pt x="6139" y="4227"/>
                  </a:cubicBezTo>
                  <a:cubicBezTo>
                    <a:pt x="6265" y="3785"/>
                    <a:pt x="6244" y="3344"/>
                    <a:pt x="6097" y="2902"/>
                  </a:cubicBezTo>
                  <a:cubicBezTo>
                    <a:pt x="5950" y="2440"/>
                    <a:pt x="5719" y="2019"/>
                    <a:pt x="5403" y="1578"/>
                  </a:cubicBezTo>
                  <a:cubicBezTo>
                    <a:pt x="5067" y="1157"/>
                    <a:pt x="4731" y="821"/>
                    <a:pt x="4394" y="590"/>
                  </a:cubicBezTo>
                  <a:cubicBezTo>
                    <a:pt x="4058" y="358"/>
                    <a:pt x="3743" y="211"/>
                    <a:pt x="3427" y="148"/>
                  </a:cubicBezTo>
                  <a:cubicBezTo>
                    <a:pt x="2817" y="1"/>
                    <a:pt x="2313" y="106"/>
                    <a:pt x="1934" y="400"/>
                  </a:cubicBezTo>
                  <a:cubicBezTo>
                    <a:pt x="1892" y="421"/>
                    <a:pt x="1871" y="463"/>
                    <a:pt x="1871" y="505"/>
                  </a:cubicBezTo>
                  <a:cubicBezTo>
                    <a:pt x="1850" y="569"/>
                    <a:pt x="1871" y="611"/>
                    <a:pt x="1892" y="653"/>
                  </a:cubicBezTo>
                  <a:lnTo>
                    <a:pt x="2965" y="2040"/>
                  </a:lnTo>
                  <a:cubicBezTo>
                    <a:pt x="3049" y="2124"/>
                    <a:pt x="3154" y="2166"/>
                    <a:pt x="3301" y="2145"/>
                  </a:cubicBezTo>
                  <a:cubicBezTo>
                    <a:pt x="3469" y="2103"/>
                    <a:pt x="3595" y="2124"/>
                    <a:pt x="3721" y="2166"/>
                  </a:cubicBezTo>
                  <a:cubicBezTo>
                    <a:pt x="3848" y="2208"/>
                    <a:pt x="3974" y="2314"/>
                    <a:pt x="4121" y="2503"/>
                  </a:cubicBezTo>
                  <a:cubicBezTo>
                    <a:pt x="4268" y="2692"/>
                    <a:pt x="4352" y="2881"/>
                    <a:pt x="4352" y="3070"/>
                  </a:cubicBezTo>
                  <a:cubicBezTo>
                    <a:pt x="4352" y="3260"/>
                    <a:pt x="4268" y="3407"/>
                    <a:pt x="4100" y="3554"/>
                  </a:cubicBezTo>
                  <a:lnTo>
                    <a:pt x="3133" y="4290"/>
                  </a:lnTo>
                  <a:cubicBezTo>
                    <a:pt x="2965" y="4416"/>
                    <a:pt x="2796" y="4458"/>
                    <a:pt x="2628" y="4395"/>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9" name="Google Shape;239;p42"/>
            <p:cNvSpPr/>
            <p:nvPr/>
          </p:nvSpPr>
          <p:spPr>
            <a:xfrm>
              <a:off x="4970629" y="4288106"/>
              <a:ext cx="168200" cy="151400"/>
            </a:xfrm>
            <a:custGeom>
              <a:rect b="b" l="l" r="r" t="t"/>
              <a:pathLst>
                <a:path extrusionOk="0" fill="none" h="6056" w="6728">
                  <a:moveTo>
                    <a:pt x="2649" y="6034"/>
                  </a:moveTo>
                  <a:cubicBezTo>
                    <a:pt x="2691" y="6055"/>
                    <a:pt x="2754" y="6034"/>
                    <a:pt x="2817" y="6013"/>
                  </a:cubicBezTo>
                  <a:lnTo>
                    <a:pt x="3974" y="5446"/>
                  </a:lnTo>
                  <a:cubicBezTo>
                    <a:pt x="4016" y="5424"/>
                    <a:pt x="4058" y="5382"/>
                    <a:pt x="4079" y="5319"/>
                  </a:cubicBezTo>
                  <a:cubicBezTo>
                    <a:pt x="4100" y="5256"/>
                    <a:pt x="4100" y="5193"/>
                    <a:pt x="4079" y="5151"/>
                  </a:cubicBezTo>
                  <a:lnTo>
                    <a:pt x="3301" y="3574"/>
                  </a:lnTo>
                  <a:lnTo>
                    <a:pt x="6602" y="1955"/>
                  </a:lnTo>
                  <a:cubicBezTo>
                    <a:pt x="6665" y="1934"/>
                    <a:pt x="6707" y="1892"/>
                    <a:pt x="6707" y="1829"/>
                  </a:cubicBezTo>
                  <a:cubicBezTo>
                    <a:pt x="6728" y="1766"/>
                    <a:pt x="6728" y="1703"/>
                    <a:pt x="6707" y="1661"/>
                  </a:cubicBezTo>
                  <a:lnTo>
                    <a:pt x="5971" y="168"/>
                  </a:lnTo>
                  <a:cubicBezTo>
                    <a:pt x="5950" y="105"/>
                    <a:pt x="5908" y="63"/>
                    <a:pt x="5845" y="42"/>
                  </a:cubicBezTo>
                  <a:cubicBezTo>
                    <a:pt x="5782" y="21"/>
                    <a:pt x="5719" y="42"/>
                    <a:pt x="5677" y="63"/>
                  </a:cubicBezTo>
                  <a:lnTo>
                    <a:pt x="2355" y="1682"/>
                  </a:lnTo>
                  <a:lnTo>
                    <a:pt x="1598" y="126"/>
                  </a:lnTo>
                  <a:cubicBezTo>
                    <a:pt x="1556" y="84"/>
                    <a:pt x="1514" y="42"/>
                    <a:pt x="1472" y="21"/>
                  </a:cubicBezTo>
                  <a:cubicBezTo>
                    <a:pt x="1409" y="0"/>
                    <a:pt x="1346" y="0"/>
                    <a:pt x="1304" y="21"/>
                  </a:cubicBezTo>
                  <a:lnTo>
                    <a:pt x="126" y="610"/>
                  </a:lnTo>
                  <a:cubicBezTo>
                    <a:pt x="84" y="631"/>
                    <a:pt x="42" y="673"/>
                    <a:pt x="21" y="736"/>
                  </a:cubicBezTo>
                  <a:cubicBezTo>
                    <a:pt x="0" y="778"/>
                    <a:pt x="21" y="841"/>
                    <a:pt x="42" y="904"/>
                  </a:cubicBezTo>
                  <a:lnTo>
                    <a:pt x="2523" y="5908"/>
                  </a:lnTo>
                  <a:cubicBezTo>
                    <a:pt x="2544" y="5971"/>
                    <a:pt x="2586" y="6013"/>
                    <a:pt x="2649" y="6034"/>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0" name="Google Shape;240;p42"/>
            <p:cNvSpPr/>
            <p:nvPr/>
          </p:nvSpPr>
          <p:spPr>
            <a:xfrm>
              <a:off x="4928579" y="4094681"/>
              <a:ext cx="147700" cy="160325"/>
            </a:xfrm>
            <a:custGeom>
              <a:rect b="b" l="l" r="r" t="t"/>
              <a:pathLst>
                <a:path extrusionOk="0" fill="none" h="6413" w="5908">
                  <a:moveTo>
                    <a:pt x="252" y="1640"/>
                  </a:moveTo>
                  <a:cubicBezTo>
                    <a:pt x="0" y="2292"/>
                    <a:pt x="0" y="3049"/>
                    <a:pt x="231" y="3911"/>
                  </a:cubicBezTo>
                  <a:cubicBezTo>
                    <a:pt x="463" y="4773"/>
                    <a:pt x="841" y="5425"/>
                    <a:pt x="1367" y="5866"/>
                  </a:cubicBezTo>
                  <a:cubicBezTo>
                    <a:pt x="1892" y="6308"/>
                    <a:pt x="2523" y="6413"/>
                    <a:pt x="3301" y="6223"/>
                  </a:cubicBezTo>
                  <a:lnTo>
                    <a:pt x="4184" y="5971"/>
                  </a:lnTo>
                  <a:cubicBezTo>
                    <a:pt x="4731" y="5845"/>
                    <a:pt x="5130" y="5593"/>
                    <a:pt x="5403" y="5235"/>
                  </a:cubicBezTo>
                  <a:cubicBezTo>
                    <a:pt x="5698" y="4878"/>
                    <a:pt x="5845" y="4478"/>
                    <a:pt x="5887" y="4016"/>
                  </a:cubicBezTo>
                  <a:cubicBezTo>
                    <a:pt x="5908" y="3553"/>
                    <a:pt x="5845" y="3028"/>
                    <a:pt x="5698" y="2460"/>
                  </a:cubicBezTo>
                  <a:cubicBezTo>
                    <a:pt x="5551" y="1871"/>
                    <a:pt x="5340" y="1388"/>
                    <a:pt x="5088" y="1009"/>
                  </a:cubicBezTo>
                  <a:cubicBezTo>
                    <a:pt x="4815" y="631"/>
                    <a:pt x="4478" y="358"/>
                    <a:pt x="4058" y="189"/>
                  </a:cubicBezTo>
                  <a:cubicBezTo>
                    <a:pt x="3658" y="21"/>
                    <a:pt x="3175" y="0"/>
                    <a:pt x="2649" y="147"/>
                  </a:cubicBezTo>
                  <a:lnTo>
                    <a:pt x="1724" y="379"/>
                  </a:lnTo>
                  <a:cubicBezTo>
                    <a:pt x="967" y="589"/>
                    <a:pt x="484" y="1009"/>
                    <a:pt x="252" y="1640"/>
                  </a:cubicBezTo>
                  <a:close/>
                  <a:moveTo>
                    <a:pt x="2060" y="4037"/>
                  </a:moveTo>
                  <a:cubicBezTo>
                    <a:pt x="1934" y="3932"/>
                    <a:pt x="1829" y="3743"/>
                    <a:pt x="1745" y="3511"/>
                  </a:cubicBezTo>
                  <a:cubicBezTo>
                    <a:pt x="1682" y="3259"/>
                    <a:pt x="1682" y="3049"/>
                    <a:pt x="1766" y="2881"/>
                  </a:cubicBezTo>
                  <a:cubicBezTo>
                    <a:pt x="1829" y="2691"/>
                    <a:pt x="1976" y="2586"/>
                    <a:pt x="2166" y="2523"/>
                  </a:cubicBezTo>
                  <a:lnTo>
                    <a:pt x="3343" y="2229"/>
                  </a:lnTo>
                  <a:cubicBezTo>
                    <a:pt x="3532" y="2166"/>
                    <a:pt x="3721" y="2208"/>
                    <a:pt x="3869" y="2313"/>
                  </a:cubicBezTo>
                  <a:cubicBezTo>
                    <a:pt x="4016" y="2439"/>
                    <a:pt x="4121" y="2607"/>
                    <a:pt x="4184" y="2860"/>
                  </a:cubicBezTo>
                  <a:cubicBezTo>
                    <a:pt x="4247" y="3112"/>
                    <a:pt x="4247" y="3301"/>
                    <a:pt x="4184" y="3490"/>
                  </a:cubicBezTo>
                  <a:cubicBezTo>
                    <a:pt x="4100" y="3658"/>
                    <a:pt x="3974" y="3764"/>
                    <a:pt x="3763" y="3827"/>
                  </a:cubicBezTo>
                  <a:lnTo>
                    <a:pt x="2586" y="4142"/>
                  </a:lnTo>
                  <a:cubicBezTo>
                    <a:pt x="2397" y="4184"/>
                    <a:pt x="2208" y="4163"/>
                    <a:pt x="2060" y="4037"/>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1" name="Google Shape;241;p42"/>
            <p:cNvSpPr/>
            <p:nvPr/>
          </p:nvSpPr>
          <p:spPr>
            <a:xfrm>
              <a:off x="4901229" y="3917006"/>
              <a:ext cx="147200" cy="153525"/>
            </a:xfrm>
            <a:custGeom>
              <a:rect b="b" l="l" r="r" t="t"/>
              <a:pathLst>
                <a:path extrusionOk="0" fill="none" h="6141" w="5888">
                  <a:moveTo>
                    <a:pt x="3049" y="337"/>
                  </a:moveTo>
                  <a:cubicBezTo>
                    <a:pt x="2839" y="506"/>
                    <a:pt x="2713" y="695"/>
                    <a:pt x="2650" y="905"/>
                  </a:cubicBezTo>
                  <a:cubicBezTo>
                    <a:pt x="2587" y="758"/>
                    <a:pt x="2461" y="611"/>
                    <a:pt x="2271" y="485"/>
                  </a:cubicBezTo>
                  <a:cubicBezTo>
                    <a:pt x="2082" y="358"/>
                    <a:pt x="1872" y="295"/>
                    <a:pt x="1599" y="316"/>
                  </a:cubicBezTo>
                  <a:lnTo>
                    <a:pt x="1578" y="316"/>
                  </a:lnTo>
                  <a:cubicBezTo>
                    <a:pt x="1031" y="358"/>
                    <a:pt x="611" y="569"/>
                    <a:pt x="358" y="947"/>
                  </a:cubicBezTo>
                  <a:cubicBezTo>
                    <a:pt x="106" y="1326"/>
                    <a:pt x="1" y="1893"/>
                    <a:pt x="43" y="2671"/>
                  </a:cubicBezTo>
                  <a:lnTo>
                    <a:pt x="253" y="5930"/>
                  </a:lnTo>
                  <a:cubicBezTo>
                    <a:pt x="253" y="5972"/>
                    <a:pt x="274" y="6035"/>
                    <a:pt x="316" y="6077"/>
                  </a:cubicBezTo>
                  <a:cubicBezTo>
                    <a:pt x="358" y="6119"/>
                    <a:pt x="421" y="6140"/>
                    <a:pt x="484" y="6119"/>
                  </a:cubicBezTo>
                  <a:lnTo>
                    <a:pt x="5677" y="5825"/>
                  </a:lnTo>
                  <a:cubicBezTo>
                    <a:pt x="5740" y="5804"/>
                    <a:pt x="5783" y="5783"/>
                    <a:pt x="5825" y="5741"/>
                  </a:cubicBezTo>
                  <a:cubicBezTo>
                    <a:pt x="5867" y="5699"/>
                    <a:pt x="5888" y="5636"/>
                    <a:pt x="5888" y="5593"/>
                  </a:cubicBezTo>
                  <a:lnTo>
                    <a:pt x="5677" y="2251"/>
                  </a:lnTo>
                  <a:cubicBezTo>
                    <a:pt x="5593" y="716"/>
                    <a:pt x="4942" y="1"/>
                    <a:pt x="3764" y="64"/>
                  </a:cubicBezTo>
                  <a:cubicBezTo>
                    <a:pt x="3491" y="85"/>
                    <a:pt x="3260" y="169"/>
                    <a:pt x="3049" y="337"/>
                  </a:cubicBezTo>
                  <a:close/>
                  <a:moveTo>
                    <a:pt x="3533" y="2650"/>
                  </a:moveTo>
                  <a:cubicBezTo>
                    <a:pt x="3512" y="2545"/>
                    <a:pt x="3554" y="2440"/>
                    <a:pt x="3617" y="2377"/>
                  </a:cubicBezTo>
                  <a:cubicBezTo>
                    <a:pt x="3701" y="2293"/>
                    <a:pt x="3785" y="2272"/>
                    <a:pt x="3869" y="2251"/>
                  </a:cubicBezTo>
                  <a:lnTo>
                    <a:pt x="3890" y="2251"/>
                  </a:lnTo>
                  <a:cubicBezTo>
                    <a:pt x="3995" y="2251"/>
                    <a:pt x="4080" y="2272"/>
                    <a:pt x="4164" y="2335"/>
                  </a:cubicBezTo>
                  <a:cubicBezTo>
                    <a:pt x="4248" y="2398"/>
                    <a:pt x="4311" y="2482"/>
                    <a:pt x="4311" y="2608"/>
                  </a:cubicBezTo>
                  <a:lnTo>
                    <a:pt x="4374" y="3785"/>
                  </a:lnTo>
                  <a:lnTo>
                    <a:pt x="3596" y="3827"/>
                  </a:lnTo>
                  <a:close/>
                  <a:moveTo>
                    <a:pt x="2187" y="2818"/>
                  </a:moveTo>
                  <a:lnTo>
                    <a:pt x="2250" y="3912"/>
                  </a:lnTo>
                  <a:lnTo>
                    <a:pt x="1515" y="3954"/>
                  </a:lnTo>
                  <a:lnTo>
                    <a:pt x="1451" y="2860"/>
                  </a:lnTo>
                  <a:cubicBezTo>
                    <a:pt x="1451" y="2755"/>
                    <a:pt x="1473" y="2671"/>
                    <a:pt x="1536" y="2608"/>
                  </a:cubicBezTo>
                  <a:cubicBezTo>
                    <a:pt x="1599" y="2545"/>
                    <a:pt x="1683" y="2524"/>
                    <a:pt x="1788" y="2503"/>
                  </a:cubicBezTo>
                  <a:cubicBezTo>
                    <a:pt x="1893" y="2503"/>
                    <a:pt x="1977" y="2524"/>
                    <a:pt x="2061" y="2587"/>
                  </a:cubicBezTo>
                  <a:cubicBezTo>
                    <a:pt x="2124" y="2629"/>
                    <a:pt x="2187" y="2713"/>
                    <a:pt x="2187" y="2818"/>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2" name="Google Shape;242;p42"/>
            <p:cNvSpPr/>
            <p:nvPr/>
          </p:nvSpPr>
          <p:spPr>
            <a:xfrm>
              <a:off x="4901754" y="3737256"/>
              <a:ext cx="158250" cy="157175"/>
            </a:xfrm>
            <a:custGeom>
              <a:rect b="b" l="l" r="r" t="t"/>
              <a:pathLst>
                <a:path extrusionOk="0" fill="none" h="6287" w="6330">
                  <a:moveTo>
                    <a:pt x="4143" y="1136"/>
                  </a:moveTo>
                  <a:cubicBezTo>
                    <a:pt x="3890" y="526"/>
                    <a:pt x="3386" y="190"/>
                    <a:pt x="2671" y="85"/>
                  </a:cubicBezTo>
                  <a:cubicBezTo>
                    <a:pt x="2082" y="1"/>
                    <a:pt x="1578" y="169"/>
                    <a:pt x="1178" y="547"/>
                  </a:cubicBezTo>
                  <a:cubicBezTo>
                    <a:pt x="779" y="926"/>
                    <a:pt x="526" y="1493"/>
                    <a:pt x="421" y="2229"/>
                  </a:cubicBezTo>
                  <a:lnTo>
                    <a:pt x="1" y="5341"/>
                  </a:lnTo>
                  <a:cubicBezTo>
                    <a:pt x="1" y="5404"/>
                    <a:pt x="22" y="5467"/>
                    <a:pt x="43" y="5509"/>
                  </a:cubicBezTo>
                  <a:cubicBezTo>
                    <a:pt x="85" y="5551"/>
                    <a:pt x="127" y="5593"/>
                    <a:pt x="190" y="5593"/>
                  </a:cubicBezTo>
                  <a:lnTo>
                    <a:pt x="5362" y="6287"/>
                  </a:lnTo>
                  <a:cubicBezTo>
                    <a:pt x="5404" y="6287"/>
                    <a:pt x="5467" y="6266"/>
                    <a:pt x="5509" y="6245"/>
                  </a:cubicBezTo>
                  <a:cubicBezTo>
                    <a:pt x="5572" y="6203"/>
                    <a:pt x="5593" y="6140"/>
                    <a:pt x="5593" y="6098"/>
                  </a:cubicBezTo>
                  <a:lnTo>
                    <a:pt x="5825" y="4353"/>
                  </a:lnTo>
                  <a:cubicBezTo>
                    <a:pt x="5846" y="4290"/>
                    <a:pt x="5825" y="4248"/>
                    <a:pt x="5783" y="4185"/>
                  </a:cubicBezTo>
                  <a:cubicBezTo>
                    <a:pt x="5740" y="4142"/>
                    <a:pt x="5698" y="4121"/>
                    <a:pt x="5635" y="4100"/>
                  </a:cubicBezTo>
                  <a:lnTo>
                    <a:pt x="4080" y="3890"/>
                  </a:lnTo>
                  <a:lnTo>
                    <a:pt x="4164" y="3217"/>
                  </a:lnTo>
                  <a:lnTo>
                    <a:pt x="5846" y="2734"/>
                  </a:lnTo>
                  <a:cubicBezTo>
                    <a:pt x="5993" y="2671"/>
                    <a:pt x="6056" y="2566"/>
                    <a:pt x="6077" y="2418"/>
                  </a:cubicBezTo>
                  <a:lnTo>
                    <a:pt x="6329" y="589"/>
                  </a:lnTo>
                  <a:cubicBezTo>
                    <a:pt x="6329" y="547"/>
                    <a:pt x="6329" y="505"/>
                    <a:pt x="6287" y="463"/>
                  </a:cubicBezTo>
                  <a:cubicBezTo>
                    <a:pt x="6266" y="421"/>
                    <a:pt x="6224" y="400"/>
                    <a:pt x="6182" y="379"/>
                  </a:cubicBezTo>
                  <a:cubicBezTo>
                    <a:pt x="6161" y="379"/>
                    <a:pt x="6119" y="379"/>
                    <a:pt x="6098" y="400"/>
                  </a:cubicBezTo>
                  <a:close/>
                  <a:moveTo>
                    <a:pt x="1893" y="2587"/>
                  </a:moveTo>
                  <a:cubicBezTo>
                    <a:pt x="1893" y="2461"/>
                    <a:pt x="1956" y="2376"/>
                    <a:pt x="2061" y="2334"/>
                  </a:cubicBezTo>
                  <a:cubicBezTo>
                    <a:pt x="2145" y="2271"/>
                    <a:pt x="2250" y="2250"/>
                    <a:pt x="2377" y="2271"/>
                  </a:cubicBezTo>
                  <a:cubicBezTo>
                    <a:pt x="2482" y="2292"/>
                    <a:pt x="2587" y="2334"/>
                    <a:pt x="2650" y="2418"/>
                  </a:cubicBezTo>
                  <a:cubicBezTo>
                    <a:pt x="2713" y="2482"/>
                    <a:pt x="2755" y="2587"/>
                    <a:pt x="2734" y="2692"/>
                  </a:cubicBezTo>
                  <a:lnTo>
                    <a:pt x="2608" y="3701"/>
                  </a:lnTo>
                  <a:lnTo>
                    <a:pt x="1746" y="3596"/>
                  </a:ln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3" name="Google Shape;243;p42"/>
            <p:cNvSpPr/>
            <p:nvPr/>
          </p:nvSpPr>
          <p:spPr>
            <a:xfrm>
              <a:off x="4933829" y="3556981"/>
              <a:ext cx="175575" cy="172950"/>
            </a:xfrm>
            <a:custGeom>
              <a:rect b="b" l="l" r="r" t="t"/>
              <a:pathLst>
                <a:path extrusionOk="0" fill="none" h="6918" w="7023">
                  <a:moveTo>
                    <a:pt x="3995" y="4310"/>
                  </a:moveTo>
                  <a:lnTo>
                    <a:pt x="4878" y="1745"/>
                  </a:lnTo>
                  <a:cubicBezTo>
                    <a:pt x="4899" y="1682"/>
                    <a:pt x="4878" y="1619"/>
                    <a:pt x="4857" y="1577"/>
                  </a:cubicBezTo>
                  <a:cubicBezTo>
                    <a:pt x="4836" y="1514"/>
                    <a:pt x="4794" y="1472"/>
                    <a:pt x="4731" y="1451"/>
                  </a:cubicBezTo>
                  <a:lnTo>
                    <a:pt x="3743" y="1115"/>
                  </a:lnTo>
                  <a:cubicBezTo>
                    <a:pt x="3701" y="1094"/>
                    <a:pt x="3638" y="1115"/>
                    <a:pt x="3574" y="1136"/>
                  </a:cubicBezTo>
                  <a:cubicBezTo>
                    <a:pt x="3532" y="1157"/>
                    <a:pt x="3490" y="1199"/>
                    <a:pt x="3469" y="1262"/>
                  </a:cubicBezTo>
                  <a:lnTo>
                    <a:pt x="2586" y="3827"/>
                  </a:lnTo>
                  <a:lnTo>
                    <a:pt x="2103" y="3659"/>
                  </a:lnTo>
                  <a:lnTo>
                    <a:pt x="3133" y="673"/>
                  </a:lnTo>
                  <a:cubicBezTo>
                    <a:pt x="3154" y="610"/>
                    <a:pt x="3154" y="568"/>
                    <a:pt x="3133" y="505"/>
                  </a:cubicBezTo>
                  <a:cubicBezTo>
                    <a:pt x="3091" y="442"/>
                    <a:pt x="3049" y="421"/>
                    <a:pt x="3007" y="400"/>
                  </a:cubicBezTo>
                  <a:lnTo>
                    <a:pt x="1935" y="21"/>
                  </a:lnTo>
                  <a:cubicBezTo>
                    <a:pt x="1871" y="0"/>
                    <a:pt x="1808" y="0"/>
                    <a:pt x="1766" y="42"/>
                  </a:cubicBezTo>
                  <a:cubicBezTo>
                    <a:pt x="1703" y="63"/>
                    <a:pt x="1661" y="105"/>
                    <a:pt x="1640" y="168"/>
                  </a:cubicBezTo>
                  <a:lnTo>
                    <a:pt x="0" y="4941"/>
                  </a:lnTo>
                  <a:cubicBezTo>
                    <a:pt x="0" y="4983"/>
                    <a:pt x="0" y="5046"/>
                    <a:pt x="21" y="5109"/>
                  </a:cubicBezTo>
                  <a:cubicBezTo>
                    <a:pt x="42" y="5151"/>
                    <a:pt x="84" y="5193"/>
                    <a:pt x="147" y="5214"/>
                  </a:cubicBezTo>
                  <a:lnTo>
                    <a:pt x="5067" y="6896"/>
                  </a:lnTo>
                  <a:cubicBezTo>
                    <a:pt x="5130" y="6917"/>
                    <a:pt x="5172" y="6917"/>
                    <a:pt x="5235" y="6896"/>
                  </a:cubicBezTo>
                  <a:cubicBezTo>
                    <a:pt x="5298" y="6854"/>
                    <a:pt x="5319" y="6812"/>
                    <a:pt x="5341" y="6770"/>
                  </a:cubicBezTo>
                  <a:lnTo>
                    <a:pt x="7001" y="1914"/>
                  </a:lnTo>
                  <a:cubicBezTo>
                    <a:pt x="7022" y="1850"/>
                    <a:pt x="7022" y="1808"/>
                    <a:pt x="7001" y="1745"/>
                  </a:cubicBezTo>
                  <a:cubicBezTo>
                    <a:pt x="6980" y="1682"/>
                    <a:pt x="6938" y="1661"/>
                    <a:pt x="6875" y="1640"/>
                  </a:cubicBezTo>
                  <a:lnTo>
                    <a:pt x="5803" y="1262"/>
                  </a:lnTo>
                  <a:cubicBezTo>
                    <a:pt x="5740" y="1241"/>
                    <a:pt x="5698" y="1262"/>
                    <a:pt x="5635" y="1283"/>
                  </a:cubicBezTo>
                  <a:cubicBezTo>
                    <a:pt x="5572" y="1304"/>
                    <a:pt x="5551" y="1346"/>
                    <a:pt x="5530" y="1409"/>
                  </a:cubicBezTo>
                  <a:lnTo>
                    <a:pt x="4479" y="4457"/>
                  </a:ln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4" name="Google Shape;244;p42"/>
            <p:cNvSpPr/>
            <p:nvPr/>
          </p:nvSpPr>
          <p:spPr>
            <a:xfrm>
              <a:off x="5126729" y="3258956"/>
              <a:ext cx="169800" cy="170850"/>
            </a:xfrm>
            <a:custGeom>
              <a:rect b="b" l="l" r="r" t="t"/>
              <a:pathLst>
                <a:path extrusionOk="0" fill="none" h="6834" w="6792">
                  <a:moveTo>
                    <a:pt x="4079" y="3596"/>
                  </a:moveTo>
                  <a:cubicBezTo>
                    <a:pt x="4163" y="3196"/>
                    <a:pt x="4226" y="2734"/>
                    <a:pt x="4268" y="2208"/>
                  </a:cubicBezTo>
                  <a:cubicBezTo>
                    <a:pt x="4289" y="1998"/>
                    <a:pt x="4289" y="1809"/>
                    <a:pt x="4289" y="1682"/>
                  </a:cubicBezTo>
                  <a:cubicBezTo>
                    <a:pt x="4268" y="1535"/>
                    <a:pt x="4247" y="1388"/>
                    <a:pt x="4226" y="1241"/>
                  </a:cubicBezTo>
                  <a:cubicBezTo>
                    <a:pt x="4184" y="947"/>
                    <a:pt x="4058" y="694"/>
                    <a:pt x="3848" y="505"/>
                  </a:cubicBezTo>
                  <a:cubicBezTo>
                    <a:pt x="3406" y="127"/>
                    <a:pt x="2965" y="0"/>
                    <a:pt x="2460" y="85"/>
                  </a:cubicBezTo>
                  <a:cubicBezTo>
                    <a:pt x="1956" y="190"/>
                    <a:pt x="1451" y="547"/>
                    <a:pt x="925" y="1136"/>
                  </a:cubicBezTo>
                  <a:cubicBezTo>
                    <a:pt x="400" y="1724"/>
                    <a:pt x="105" y="2313"/>
                    <a:pt x="42" y="2902"/>
                  </a:cubicBezTo>
                  <a:cubicBezTo>
                    <a:pt x="0" y="3491"/>
                    <a:pt x="211" y="3995"/>
                    <a:pt x="652" y="4395"/>
                  </a:cubicBezTo>
                  <a:cubicBezTo>
                    <a:pt x="694" y="4437"/>
                    <a:pt x="736" y="4437"/>
                    <a:pt x="799" y="4437"/>
                  </a:cubicBezTo>
                  <a:cubicBezTo>
                    <a:pt x="841" y="4437"/>
                    <a:pt x="904" y="4416"/>
                    <a:pt x="925" y="4374"/>
                  </a:cubicBezTo>
                  <a:lnTo>
                    <a:pt x="2019" y="3133"/>
                  </a:lnTo>
                  <a:cubicBezTo>
                    <a:pt x="2103" y="3049"/>
                    <a:pt x="2145" y="2965"/>
                    <a:pt x="2103" y="2902"/>
                  </a:cubicBezTo>
                  <a:cubicBezTo>
                    <a:pt x="2103" y="2902"/>
                    <a:pt x="2082" y="2860"/>
                    <a:pt x="2040" y="2797"/>
                  </a:cubicBezTo>
                  <a:cubicBezTo>
                    <a:pt x="1998" y="2734"/>
                    <a:pt x="1977" y="2671"/>
                    <a:pt x="1956" y="2629"/>
                  </a:cubicBezTo>
                  <a:cubicBezTo>
                    <a:pt x="1935" y="2586"/>
                    <a:pt x="1935" y="2523"/>
                    <a:pt x="1956" y="2439"/>
                  </a:cubicBezTo>
                  <a:cubicBezTo>
                    <a:pt x="1956" y="2376"/>
                    <a:pt x="1998" y="2292"/>
                    <a:pt x="2061" y="2229"/>
                  </a:cubicBezTo>
                  <a:cubicBezTo>
                    <a:pt x="2124" y="2166"/>
                    <a:pt x="2187" y="2124"/>
                    <a:pt x="2250" y="2103"/>
                  </a:cubicBezTo>
                  <a:cubicBezTo>
                    <a:pt x="2292" y="2082"/>
                    <a:pt x="2334" y="2082"/>
                    <a:pt x="2376" y="2103"/>
                  </a:cubicBezTo>
                  <a:cubicBezTo>
                    <a:pt x="2418" y="2124"/>
                    <a:pt x="2460" y="2166"/>
                    <a:pt x="2502" y="2208"/>
                  </a:cubicBezTo>
                  <a:cubicBezTo>
                    <a:pt x="2649" y="2334"/>
                    <a:pt x="2691" y="2671"/>
                    <a:pt x="2628" y="3238"/>
                  </a:cubicBezTo>
                  <a:cubicBezTo>
                    <a:pt x="2586" y="3806"/>
                    <a:pt x="2460" y="4626"/>
                    <a:pt x="2271" y="5677"/>
                  </a:cubicBezTo>
                  <a:cubicBezTo>
                    <a:pt x="2250" y="5845"/>
                    <a:pt x="2313" y="5992"/>
                    <a:pt x="2460" y="6119"/>
                  </a:cubicBezTo>
                  <a:lnTo>
                    <a:pt x="3175" y="6770"/>
                  </a:lnTo>
                  <a:cubicBezTo>
                    <a:pt x="3217" y="6812"/>
                    <a:pt x="3280" y="6833"/>
                    <a:pt x="3343" y="6812"/>
                  </a:cubicBezTo>
                  <a:cubicBezTo>
                    <a:pt x="3406" y="6812"/>
                    <a:pt x="3448" y="6791"/>
                    <a:pt x="3490" y="6749"/>
                  </a:cubicBezTo>
                  <a:lnTo>
                    <a:pt x="6728" y="3091"/>
                  </a:lnTo>
                  <a:cubicBezTo>
                    <a:pt x="6770" y="3049"/>
                    <a:pt x="6791" y="2986"/>
                    <a:pt x="6791" y="2923"/>
                  </a:cubicBezTo>
                  <a:cubicBezTo>
                    <a:pt x="6791" y="2881"/>
                    <a:pt x="6770" y="2818"/>
                    <a:pt x="6728" y="2776"/>
                  </a:cubicBezTo>
                  <a:lnTo>
                    <a:pt x="5803" y="1977"/>
                  </a:lnTo>
                  <a:cubicBezTo>
                    <a:pt x="5761" y="1935"/>
                    <a:pt x="5719" y="1914"/>
                    <a:pt x="5656" y="1914"/>
                  </a:cubicBezTo>
                  <a:cubicBezTo>
                    <a:pt x="5593" y="1935"/>
                    <a:pt x="5551" y="1956"/>
                    <a:pt x="5509" y="1998"/>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5" name="Google Shape;245;p42"/>
            <p:cNvSpPr/>
            <p:nvPr/>
          </p:nvSpPr>
          <p:spPr>
            <a:xfrm>
              <a:off x="5254454" y="3139106"/>
              <a:ext cx="156650" cy="151400"/>
            </a:xfrm>
            <a:custGeom>
              <a:rect b="b" l="l" r="r" t="t"/>
              <a:pathLst>
                <a:path extrusionOk="0" fill="none" h="6056" w="6266">
                  <a:moveTo>
                    <a:pt x="2166" y="2356"/>
                  </a:moveTo>
                  <a:cubicBezTo>
                    <a:pt x="2187" y="2208"/>
                    <a:pt x="2250" y="2103"/>
                    <a:pt x="2376" y="1998"/>
                  </a:cubicBezTo>
                  <a:cubicBezTo>
                    <a:pt x="2481" y="1914"/>
                    <a:pt x="2628" y="1872"/>
                    <a:pt x="2754" y="1893"/>
                  </a:cubicBezTo>
                  <a:cubicBezTo>
                    <a:pt x="2902" y="1893"/>
                    <a:pt x="3007" y="1977"/>
                    <a:pt x="3091" y="2082"/>
                  </a:cubicBezTo>
                  <a:lnTo>
                    <a:pt x="4016" y="3302"/>
                  </a:lnTo>
                  <a:cubicBezTo>
                    <a:pt x="4100" y="3407"/>
                    <a:pt x="4121" y="3533"/>
                    <a:pt x="4100" y="3680"/>
                  </a:cubicBezTo>
                  <a:cubicBezTo>
                    <a:pt x="4079" y="3806"/>
                    <a:pt x="3995" y="3932"/>
                    <a:pt x="3890" y="4017"/>
                  </a:cubicBezTo>
                  <a:cubicBezTo>
                    <a:pt x="3764" y="4101"/>
                    <a:pt x="3637" y="4143"/>
                    <a:pt x="3490" y="4122"/>
                  </a:cubicBezTo>
                  <a:cubicBezTo>
                    <a:pt x="3364" y="4101"/>
                    <a:pt x="3259" y="4038"/>
                    <a:pt x="3154" y="3932"/>
                  </a:cubicBezTo>
                  <a:lnTo>
                    <a:pt x="2250" y="2713"/>
                  </a:lnTo>
                  <a:cubicBezTo>
                    <a:pt x="2166" y="2608"/>
                    <a:pt x="2124" y="2482"/>
                    <a:pt x="2166" y="2356"/>
                  </a:cubicBezTo>
                  <a:close/>
                  <a:moveTo>
                    <a:pt x="3301" y="22"/>
                  </a:moveTo>
                  <a:cubicBezTo>
                    <a:pt x="2691" y="43"/>
                    <a:pt x="2061" y="274"/>
                    <a:pt x="1430" y="758"/>
                  </a:cubicBezTo>
                  <a:cubicBezTo>
                    <a:pt x="799" y="1220"/>
                    <a:pt x="400" y="1767"/>
                    <a:pt x="189" y="2356"/>
                  </a:cubicBezTo>
                  <a:cubicBezTo>
                    <a:pt x="0" y="2965"/>
                    <a:pt x="126" y="3533"/>
                    <a:pt x="547" y="4101"/>
                  </a:cubicBezTo>
                  <a:lnTo>
                    <a:pt x="1388" y="5215"/>
                  </a:lnTo>
                  <a:cubicBezTo>
                    <a:pt x="1808" y="5783"/>
                    <a:pt x="2334" y="6056"/>
                    <a:pt x="2944" y="6035"/>
                  </a:cubicBezTo>
                  <a:cubicBezTo>
                    <a:pt x="3553" y="6014"/>
                    <a:pt x="4184" y="5762"/>
                    <a:pt x="4836" y="5278"/>
                  </a:cubicBezTo>
                  <a:cubicBezTo>
                    <a:pt x="5488" y="4794"/>
                    <a:pt x="5908" y="4248"/>
                    <a:pt x="6076" y="3659"/>
                  </a:cubicBezTo>
                  <a:cubicBezTo>
                    <a:pt x="6265" y="3070"/>
                    <a:pt x="6160" y="2503"/>
                    <a:pt x="5740" y="1956"/>
                  </a:cubicBezTo>
                  <a:lnTo>
                    <a:pt x="4878" y="800"/>
                  </a:lnTo>
                  <a:cubicBezTo>
                    <a:pt x="4457" y="253"/>
                    <a:pt x="3932" y="1"/>
                    <a:pt x="3301" y="22"/>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6" name="Google Shape;246;p42"/>
            <p:cNvSpPr/>
            <p:nvPr/>
          </p:nvSpPr>
          <p:spPr>
            <a:xfrm>
              <a:off x="5413179" y="3045031"/>
              <a:ext cx="162450" cy="166650"/>
            </a:xfrm>
            <a:custGeom>
              <a:rect b="b" l="l" r="r" t="t"/>
              <a:pathLst>
                <a:path extrusionOk="0" fill="none" h="6666" w="6498">
                  <a:moveTo>
                    <a:pt x="3743" y="3953"/>
                  </a:moveTo>
                  <a:cubicBezTo>
                    <a:pt x="3953" y="3617"/>
                    <a:pt x="4184" y="3217"/>
                    <a:pt x="4437" y="2755"/>
                  </a:cubicBezTo>
                  <a:cubicBezTo>
                    <a:pt x="4542" y="2566"/>
                    <a:pt x="4626" y="2397"/>
                    <a:pt x="4668" y="2271"/>
                  </a:cubicBezTo>
                  <a:cubicBezTo>
                    <a:pt x="4710" y="2145"/>
                    <a:pt x="4752" y="1998"/>
                    <a:pt x="4794" y="1851"/>
                  </a:cubicBezTo>
                  <a:cubicBezTo>
                    <a:pt x="4857" y="1556"/>
                    <a:pt x="4836" y="1283"/>
                    <a:pt x="4710" y="1010"/>
                  </a:cubicBezTo>
                  <a:cubicBezTo>
                    <a:pt x="4458" y="505"/>
                    <a:pt x="4100" y="211"/>
                    <a:pt x="3596" y="106"/>
                  </a:cubicBezTo>
                  <a:cubicBezTo>
                    <a:pt x="3091" y="1"/>
                    <a:pt x="2481" y="127"/>
                    <a:pt x="1767" y="463"/>
                  </a:cubicBezTo>
                  <a:cubicBezTo>
                    <a:pt x="1052" y="799"/>
                    <a:pt x="547" y="1241"/>
                    <a:pt x="274" y="1767"/>
                  </a:cubicBezTo>
                  <a:cubicBezTo>
                    <a:pt x="1" y="2292"/>
                    <a:pt x="1" y="2818"/>
                    <a:pt x="253" y="3364"/>
                  </a:cubicBezTo>
                  <a:cubicBezTo>
                    <a:pt x="274" y="3406"/>
                    <a:pt x="316" y="3449"/>
                    <a:pt x="379" y="3470"/>
                  </a:cubicBezTo>
                  <a:cubicBezTo>
                    <a:pt x="421" y="3470"/>
                    <a:pt x="484" y="3470"/>
                    <a:pt x="526" y="3449"/>
                  </a:cubicBezTo>
                  <a:lnTo>
                    <a:pt x="2019" y="2734"/>
                  </a:lnTo>
                  <a:cubicBezTo>
                    <a:pt x="2124" y="2692"/>
                    <a:pt x="2187" y="2629"/>
                    <a:pt x="2187" y="2566"/>
                  </a:cubicBezTo>
                  <a:cubicBezTo>
                    <a:pt x="2187" y="2544"/>
                    <a:pt x="2166" y="2502"/>
                    <a:pt x="2166" y="2439"/>
                  </a:cubicBezTo>
                  <a:cubicBezTo>
                    <a:pt x="2145" y="2355"/>
                    <a:pt x="2145" y="2292"/>
                    <a:pt x="2145" y="2250"/>
                  </a:cubicBezTo>
                  <a:cubicBezTo>
                    <a:pt x="2145" y="2208"/>
                    <a:pt x="2166" y="2145"/>
                    <a:pt x="2208" y="2082"/>
                  </a:cubicBezTo>
                  <a:cubicBezTo>
                    <a:pt x="2250" y="2019"/>
                    <a:pt x="2313" y="1956"/>
                    <a:pt x="2397" y="1914"/>
                  </a:cubicBezTo>
                  <a:cubicBezTo>
                    <a:pt x="2481" y="1872"/>
                    <a:pt x="2544" y="1851"/>
                    <a:pt x="2608" y="1872"/>
                  </a:cubicBezTo>
                  <a:cubicBezTo>
                    <a:pt x="2671" y="1872"/>
                    <a:pt x="2713" y="1893"/>
                    <a:pt x="2734" y="1935"/>
                  </a:cubicBezTo>
                  <a:cubicBezTo>
                    <a:pt x="2755" y="1956"/>
                    <a:pt x="2797" y="2019"/>
                    <a:pt x="2818" y="2061"/>
                  </a:cubicBezTo>
                  <a:cubicBezTo>
                    <a:pt x="2902" y="2229"/>
                    <a:pt x="2797" y="2566"/>
                    <a:pt x="2544" y="3070"/>
                  </a:cubicBezTo>
                  <a:cubicBezTo>
                    <a:pt x="2271" y="3575"/>
                    <a:pt x="1830" y="4268"/>
                    <a:pt x="1262" y="5173"/>
                  </a:cubicBezTo>
                  <a:cubicBezTo>
                    <a:pt x="1157" y="5320"/>
                    <a:pt x="1157" y="5488"/>
                    <a:pt x="1241" y="5656"/>
                  </a:cubicBezTo>
                  <a:lnTo>
                    <a:pt x="1661" y="6539"/>
                  </a:lnTo>
                  <a:cubicBezTo>
                    <a:pt x="1682" y="6581"/>
                    <a:pt x="1725" y="6623"/>
                    <a:pt x="1788" y="6644"/>
                  </a:cubicBezTo>
                  <a:cubicBezTo>
                    <a:pt x="1851" y="6665"/>
                    <a:pt x="1893" y="6665"/>
                    <a:pt x="1956" y="6644"/>
                  </a:cubicBezTo>
                  <a:lnTo>
                    <a:pt x="6371" y="4521"/>
                  </a:lnTo>
                  <a:cubicBezTo>
                    <a:pt x="6434" y="4500"/>
                    <a:pt x="6455" y="4458"/>
                    <a:pt x="6476" y="4395"/>
                  </a:cubicBezTo>
                  <a:cubicBezTo>
                    <a:pt x="6497" y="4353"/>
                    <a:pt x="6497" y="4290"/>
                    <a:pt x="6476" y="4247"/>
                  </a:cubicBezTo>
                  <a:lnTo>
                    <a:pt x="5950" y="3133"/>
                  </a:lnTo>
                  <a:cubicBezTo>
                    <a:pt x="5929" y="3091"/>
                    <a:pt x="5887" y="3049"/>
                    <a:pt x="5824" y="3028"/>
                  </a:cubicBezTo>
                  <a:cubicBezTo>
                    <a:pt x="5761" y="3007"/>
                    <a:pt x="5719" y="3007"/>
                    <a:pt x="5656" y="3028"/>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7" name="Google Shape;247;p42"/>
            <p:cNvSpPr/>
            <p:nvPr/>
          </p:nvSpPr>
          <p:spPr>
            <a:xfrm>
              <a:off x="5582429" y="2985631"/>
              <a:ext cx="157175" cy="157725"/>
            </a:xfrm>
            <a:custGeom>
              <a:rect b="b" l="l" r="r" t="t"/>
              <a:pathLst>
                <a:path extrusionOk="0" fill="none" h="6309" w="6287">
                  <a:moveTo>
                    <a:pt x="3448" y="43"/>
                  </a:moveTo>
                  <a:cubicBezTo>
                    <a:pt x="3406" y="1"/>
                    <a:pt x="3343" y="1"/>
                    <a:pt x="3280" y="1"/>
                  </a:cubicBezTo>
                  <a:lnTo>
                    <a:pt x="1661" y="400"/>
                  </a:lnTo>
                  <a:cubicBezTo>
                    <a:pt x="1619" y="421"/>
                    <a:pt x="1577" y="442"/>
                    <a:pt x="1535" y="463"/>
                  </a:cubicBezTo>
                  <a:lnTo>
                    <a:pt x="84" y="2040"/>
                  </a:lnTo>
                  <a:cubicBezTo>
                    <a:pt x="21" y="2103"/>
                    <a:pt x="0" y="2166"/>
                    <a:pt x="21" y="2229"/>
                  </a:cubicBezTo>
                  <a:cubicBezTo>
                    <a:pt x="21" y="2271"/>
                    <a:pt x="42" y="2334"/>
                    <a:pt x="84" y="2356"/>
                  </a:cubicBezTo>
                  <a:lnTo>
                    <a:pt x="968" y="3196"/>
                  </a:lnTo>
                  <a:cubicBezTo>
                    <a:pt x="1031" y="3260"/>
                    <a:pt x="1094" y="3281"/>
                    <a:pt x="1136" y="3260"/>
                  </a:cubicBezTo>
                  <a:cubicBezTo>
                    <a:pt x="1199" y="3260"/>
                    <a:pt x="1241" y="3218"/>
                    <a:pt x="1283" y="3175"/>
                  </a:cubicBezTo>
                  <a:lnTo>
                    <a:pt x="1956" y="2461"/>
                  </a:lnTo>
                  <a:lnTo>
                    <a:pt x="2418" y="4332"/>
                  </a:lnTo>
                  <a:lnTo>
                    <a:pt x="946" y="4689"/>
                  </a:lnTo>
                  <a:cubicBezTo>
                    <a:pt x="904" y="4710"/>
                    <a:pt x="841" y="4752"/>
                    <a:pt x="820" y="4794"/>
                  </a:cubicBezTo>
                  <a:cubicBezTo>
                    <a:pt x="778" y="4857"/>
                    <a:pt x="778" y="4899"/>
                    <a:pt x="799" y="4963"/>
                  </a:cubicBezTo>
                  <a:lnTo>
                    <a:pt x="1094" y="6140"/>
                  </a:lnTo>
                  <a:cubicBezTo>
                    <a:pt x="1094" y="6203"/>
                    <a:pt x="1136" y="6245"/>
                    <a:pt x="1178" y="6266"/>
                  </a:cubicBezTo>
                  <a:cubicBezTo>
                    <a:pt x="1241" y="6308"/>
                    <a:pt x="1304" y="6308"/>
                    <a:pt x="1346" y="6308"/>
                  </a:cubicBezTo>
                  <a:lnTo>
                    <a:pt x="6118" y="5110"/>
                  </a:lnTo>
                  <a:cubicBezTo>
                    <a:pt x="6161" y="5110"/>
                    <a:pt x="6203" y="5068"/>
                    <a:pt x="6245" y="5026"/>
                  </a:cubicBezTo>
                  <a:cubicBezTo>
                    <a:pt x="6266" y="4963"/>
                    <a:pt x="6287" y="4920"/>
                    <a:pt x="6266" y="4857"/>
                  </a:cubicBezTo>
                  <a:lnTo>
                    <a:pt x="5971" y="3680"/>
                  </a:lnTo>
                  <a:cubicBezTo>
                    <a:pt x="5971" y="3617"/>
                    <a:pt x="5929" y="3575"/>
                    <a:pt x="5887" y="3533"/>
                  </a:cubicBezTo>
                  <a:cubicBezTo>
                    <a:pt x="5824" y="3512"/>
                    <a:pt x="5761" y="3512"/>
                    <a:pt x="5719" y="3512"/>
                  </a:cubicBezTo>
                  <a:lnTo>
                    <a:pt x="4458" y="3827"/>
                  </a:lnTo>
                  <a:lnTo>
                    <a:pt x="3554" y="169"/>
                  </a:lnTo>
                  <a:cubicBezTo>
                    <a:pt x="3532" y="106"/>
                    <a:pt x="3511" y="64"/>
                    <a:pt x="3448" y="43"/>
                  </a:cubicBezTo>
                  <a:close/>
                </a:path>
              </a:pathLst>
            </a:custGeom>
            <a:noFill/>
            <a:ln cap="flat" cmpd="sng" w="8925">
              <a:solidFill>
                <a:schemeClr val="lt1"/>
              </a:solidFill>
              <a:prstDash val="solid"/>
              <a:miter lim="210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bg>
      <p:bgPr>
        <a:solidFill>
          <a:schemeClr val="dk1"/>
        </a:solidFill>
      </p:bgPr>
    </p:bg>
    <p:spTree>
      <p:nvGrpSpPr>
        <p:cNvPr id="248" name="Shape 248"/>
        <p:cNvGrpSpPr/>
        <p:nvPr/>
      </p:nvGrpSpPr>
      <p:grpSpPr>
        <a:xfrm>
          <a:off x="0" y="0"/>
          <a:ext cx="0" cy="0"/>
          <a:chOff x="0" y="0"/>
          <a:chExt cx="0" cy="0"/>
        </a:xfrm>
      </p:grpSpPr>
      <p:pic>
        <p:nvPicPr>
          <p:cNvPr id="249" name="Google Shape;249;p43"/>
          <p:cNvPicPr preferRelativeResize="0"/>
          <p:nvPr/>
        </p:nvPicPr>
        <p:blipFill>
          <a:blip r:embed="rId2">
            <a:alphaModFix amt="33000"/>
          </a:blip>
          <a:stretch>
            <a:fillRect/>
          </a:stretch>
        </p:blipFill>
        <p:spPr>
          <a:xfrm>
            <a:off x="0" y="0"/>
            <a:ext cx="9144003" cy="5143475"/>
          </a:xfrm>
          <a:prstGeom prst="rect">
            <a:avLst/>
          </a:prstGeom>
          <a:noFill/>
          <a:ln>
            <a:noFill/>
          </a:ln>
        </p:spPr>
      </p:pic>
      <p:pic>
        <p:nvPicPr>
          <p:cNvPr id="250" name="Google Shape;250;p43"/>
          <p:cNvPicPr preferRelativeResize="0"/>
          <p:nvPr/>
        </p:nvPicPr>
        <p:blipFill rotWithShape="1">
          <a:blip r:embed="rId3">
            <a:alphaModFix/>
          </a:blip>
          <a:srcRect b="14109" l="0" r="0" t="74271"/>
          <a:stretch/>
        </p:blipFill>
        <p:spPr>
          <a:xfrm>
            <a:off x="716400" y="3356250"/>
            <a:ext cx="7711199" cy="1247252"/>
          </a:xfrm>
          <a:prstGeom prst="rect">
            <a:avLst/>
          </a:prstGeom>
          <a:noFill/>
          <a:ln cap="flat" cmpd="sng" w="19050">
            <a:solidFill>
              <a:schemeClr val="lt1"/>
            </a:solidFill>
            <a:prstDash val="solid"/>
            <a:round/>
            <a:headEnd len="sm" w="sm" type="none"/>
            <a:tailEnd len="sm" w="sm" type="none"/>
          </a:ln>
        </p:spPr>
      </p:pic>
      <p:sp>
        <p:nvSpPr>
          <p:cNvPr id="251" name="Google Shape;251;p43"/>
          <p:cNvSpPr/>
          <p:nvPr/>
        </p:nvSpPr>
        <p:spPr>
          <a:xfrm rot="-5400000">
            <a:off x="-2126463" y="2503225"/>
            <a:ext cx="4538161" cy="137030"/>
          </a:xfrm>
          <a:prstGeom prst="rect">
            <a:avLst/>
          </a:prstGeom>
        </p:spPr>
        <p:txBody>
          <a:bodyPr>
            <a:prstTxWarp prst="textPlain"/>
          </a:bodyPr>
          <a:lstStyle/>
          <a:p>
            <a:pPr lvl="0" algn="ctr"/>
            <a:r>
              <a:rPr b="0" i="0">
                <a:ln cap="flat" cmpd="sng" w="9525">
                  <a:solidFill>
                    <a:schemeClr val="lt1"/>
                  </a:solidFill>
                  <a:prstDash val="solid"/>
                  <a:round/>
                  <a:headEnd len="sm" w="sm" type="none"/>
                  <a:tailEnd len="sm" w="sm" type="none"/>
                </a:ln>
                <a:noFill/>
                <a:latin typeface="Rubik Mono One"/>
              </a:rPr>
              <a:t>NUIT·BLANCHE·3·OCTOBRE·2021·</a:t>
            </a:r>
          </a:p>
        </p:txBody>
      </p:sp>
      <p:sp>
        <p:nvSpPr>
          <p:cNvPr id="252" name="Google Shape;252;p43"/>
          <p:cNvSpPr/>
          <p:nvPr/>
        </p:nvSpPr>
        <p:spPr>
          <a:xfrm rot="-5400000">
            <a:off x="-1940432" y="2503806"/>
            <a:ext cx="4537000" cy="137030"/>
          </a:xfrm>
          <a:prstGeom prst="rect">
            <a:avLst/>
          </a:prstGeom>
        </p:spPr>
        <p:txBody>
          <a:bodyPr>
            <a:prstTxWarp prst="textPlain"/>
          </a:bodyPr>
          <a:lstStyle/>
          <a:p>
            <a:pPr lvl="0" algn="ctr"/>
            <a:r>
              <a:rPr b="0" i="0">
                <a:ln cap="flat" cmpd="sng" w="9525">
                  <a:solidFill>
                    <a:schemeClr val="lt1"/>
                  </a:solidFill>
                  <a:prstDash val="solid"/>
                  <a:round/>
                  <a:headEnd len="sm" w="sm" type="none"/>
                  <a:tailEnd len="sm" w="sm" type="none"/>
                </a:ln>
                <a:noFill/>
                <a:latin typeface="Rubik Mono One"/>
              </a:rPr>
              <a:t>BLANCHE·3·OCTOBRE·2021·NUIT·</a:t>
            </a:r>
          </a:p>
        </p:txBody>
      </p:sp>
      <p:sp>
        <p:nvSpPr>
          <p:cNvPr id="253" name="Google Shape;253;p43"/>
          <p:cNvSpPr/>
          <p:nvPr/>
        </p:nvSpPr>
        <p:spPr>
          <a:xfrm rot="-5400000">
            <a:off x="-1755176" y="2503613"/>
            <a:ext cx="4537387" cy="137030"/>
          </a:xfrm>
          <a:prstGeom prst="rect">
            <a:avLst/>
          </a:prstGeom>
        </p:spPr>
        <p:txBody>
          <a:bodyPr>
            <a:prstTxWarp prst="textPlain"/>
          </a:bodyPr>
          <a:lstStyle/>
          <a:p>
            <a:pPr lvl="0" algn="ctr"/>
            <a:r>
              <a:rPr b="0" i="0">
                <a:ln cap="flat" cmpd="sng" w="9525">
                  <a:solidFill>
                    <a:schemeClr val="lt1"/>
                  </a:solidFill>
                  <a:prstDash val="solid"/>
                  <a:round/>
                  <a:headEnd len="sm" w="sm" type="none"/>
                  <a:tailEnd len="sm" w="sm" type="none"/>
                </a:ln>
                <a:noFill/>
                <a:latin typeface="Rubik Mono One"/>
              </a:rPr>
              <a:t>3·OCTOBRE·2021·NUIT·BLANCHE·</a:t>
            </a: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2.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1pPr>
            <a:lvl2pPr lvl="1">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2pPr>
            <a:lvl3pPr lvl="2">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3pPr>
            <a:lvl4pPr lvl="3">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4pPr>
            <a:lvl5pPr lvl="4">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5pPr>
            <a:lvl6pPr lvl="5">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6pPr>
            <a:lvl7pPr lvl="6">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7pPr>
            <a:lvl8pPr lvl="7">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8pPr>
            <a:lvl9pPr lvl="8">
              <a:spcBef>
                <a:spcPts val="0"/>
              </a:spcBef>
              <a:spcAft>
                <a:spcPts val="0"/>
              </a:spcAft>
              <a:buClr>
                <a:schemeClr val="lt1"/>
              </a:buClr>
              <a:buSzPts val="4000"/>
              <a:buFont typeface="UnifrakturMaguntia"/>
              <a:buNone/>
              <a:defRPr sz="4000">
                <a:solidFill>
                  <a:schemeClr val="lt1"/>
                </a:solidFill>
                <a:latin typeface="UnifrakturMaguntia"/>
                <a:ea typeface="UnifrakturMaguntia"/>
                <a:cs typeface="UnifrakturMaguntia"/>
                <a:sym typeface="UnifrakturMaguntia"/>
              </a:defRPr>
            </a:lvl9pPr>
          </a:lstStyle>
          <a:p/>
        </p:txBody>
      </p:sp>
      <p:sp>
        <p:nvSpPr>
          <p:cNvPr id="7" name="Google Shape;7;p1"/>
          <p:cNvSpPr txBox="1"/>
          <p:nvPr>
            <p:ph idx="1" type="body"/>
          </p:nvPr>
        </p:nvSpPr>
        <p:spPr>
          <a:xfrm>
            <a:off x="720000" y="1152475"/>
            <a:ext cx="77040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Char char="●"/>
              <a:defRPr sz="1800">
                <a:solidFill>
                  <a:schemeClr val="lt1"/>
                </a:solidFill>
              </a:defRPr>
            </a:lvl1pPr>
            <a:lvl2pPr indent="-317500" lvl="1" marL="914400">
              <a:lnSpc>
                <a:spcPct val="115000"/>
              </a:lnSpc>
              <a:spcBef>
                <a:spcPts val="0"/>
              </a:spcBef>
              <a:spcAft>
                <a:spcPts val="0"/>
              </a:spcAft>
              <a:buClr>
                <a:schemeClr val="lt1"/>
              </a:buClr>
              <a:buSzPts val="1400"/>
              <a:buChar char="○"/>
              <a:defRPr>
                <a:solidFill>
                  <a:schemeClr val="lt1"/>
                </a:solidFill>
              </a:defRPr>
            </a:lvl2pPr>
            <a:lvl3pPr indent="-317500" lvl="2" marL="1371600">
              <a:lnSpc>
                <a:spcPct val="115000"/>
              </a:lnSpc>
              <a:spcBef>
                <a:spcPts val="0"/>
              </a:spcBef>
              <a:spcAft>
                <a:spcPts val="0"/>
              </a:spcAft>
              <a:buClr>
                <a:schemeClr val="lt1"/>
              </a:buClr>
              <a:buSzPts val="1400"/>
              <a:buChar char="■"/>
              <a:defRPr>
                <a:solidFill>
                  <a:schemeClr val="lt1"/>
                </a:solidFill>
              </a:defRPr>
            </a:lvl3pPr>
            <a:lvl4pPr indent="-317500" lvl="3" marL="1828800">
              <a:lnSpc>
                <a:spcPct val="115000"/>
              </a:lnSpc>
              <a:spcBef>
                <a:spcPts val="0"/>
              </a:spcBef>
              <a:spcAft>
                <a:spcPts val="0"/>
              </a:spcAft>
              <a:buClr>
                <a:schemeClr val="lt1"/>
              </a:buClr>
              <a:buSzPts val="1400"/>
              <a:buChar char="●"/>
              <a:defRPr>
                <a:solidFill>
                  <a:schemeClr val="lt1"/>
                </a:solidFill>
              </a:defRPr>
            </a:lvl4pPr>
            <a:lvl5pPr indent="-317500" lvl="4" marL="2286000">
              <a:lnSpc>
                <a:spcPct val="115000"/>
              </a:lnSpc>
              <a:spcBef>
                <a:spcPts val="0"/>
              </a:spcBef>
              <a:spcAft>
                <a:spcPts val="0"/>
              </a:spcAft>
              <a:buClr>
                <a:schemeClr val="lt1"/>
              </a:buClr>
              <a:buSzPts val="1400"/>
              <a:buChar char="○"/>
              <a:defRPr>
                <a:solidFill>
                  <a:schemeClr val="lt1"/>
                </a:solidFill>
              </a:defRPr>
            </a:lvl5pPr>
            <a:lvl6pPr indent="-317500" lvl="5" marL="2743200">
              <a:lnSpc>
                <a:spcPct val="115000"/>
              </a:lnSpc>
              <a:spcBef>
                <a:spcPts val="0"/>
              </a:spcBef>
              <a:spcAft>
                <a:spcPts val="0"/>
              </a:spcAft>
              <a:buClr>
                <a:schemeClr val="lt1"/>
              </a:buClr>
              <a:buSzPts val="1400"/>
              <a:buChar char="■"/>
              <a:defRPr>
                <a:solidFill>
                  <a:schemeClr val="lt1"/>
                </a:solidFill>
              </a:defRPr>
            </a:lvl6pPr>
            <a:lvl7pPr indent="-317500" lvl="6" marL="3200400">
              <a:lnSpc>
                <a:spcPct val="115000"/>
              </a:lnSpc>
              <a:spcBef>
                <a:spcPts val="0"/>
              </a:spcBef>
              <a:spcAft>
                <a:spcPts val="0"/>
              </a:spcAft>
              <a:buClr>
                <a:schemeClr val="lt1"/>
              </a:buClr>
              <a:buSzPts val="1400"/>
              <a:buChar char="●"/>
              <a:defRPr>
                <a:solidFill>
                  <a:schemeClr val="lt1"/>
                </a:solidFill>
              </a:defRPr>
            </a:lvl7pPr>
            <a:lvl8pPr indent="-317500" lvl="7" marL="3657600">
              <a:lnSpc>
                <a:spcPct val="115000"/>
              </a:lnSpc>
              <a:spcBef>
                <a:spcPts val="0"/>
              </a:spcBef>
              <a:spcAft>
                <a:spcPts val="0"/>
              </a:spcAft>
              <a:buClr>
                <a:schemeClr val="lt1"/>
              </a:buClr>
              <a:buSzPts val="1400"/>
              <a:buChar char="○"/>
              <a:defRPr>
                <a:solidFill>
                  <a:schemeClr val="lt1"/>
                </a:solidFill>
              </a:defRPr>
            </a:lvl8pPr>
            <a:lvl9pPr indent="-317500" lvl="8" marL="4114800">
              <a:lnSpc>
                <a:spcPct val="115000"/>
              </a:lnSpc>
              <a:spcBef>
                <a:spcPts val="0"/>
              </a:spcBef>
              <a:spcAft>
                <a:spcPts val="0"/>
              </a:spcAft>
              <a:buClr>
                <a:schemeClr val="lt1"/>
              </a:buClr>
              <a:buSzPts val="1400"/>
              <a:buChar char="■"/>
              <a:defRPr>
                <a:solidFill>
                  <a:schemeClr val="lt1"/>
                </a:solidFil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257" name="Shape 257"/>
        <p:cNvGrpSpPr/>
        <p:nvPr/>
      </p:nvGrpSpPr>
      <p:grpSpPr>
        <a:xfrm>
          <a:off x="0" y="0"/>
          <a:ext cx="0" cy="0"/>
          <a:chOff x="0" y="0"/>
          <a:chExt cx="0" cy="0"/>
        </a:xfrm>
      </p:grpSpPr>
      <p:pic>
        <p:nvPicPr>
          <p:cNvPr id="258" name="Google Shape;258;p44"/>
          <p:cNvPicPr preferRelativeResize="0"/>
          <p:nvPr/>
        </p:nvPicPr>
        <p:blipFill>
          <a:blip r:embed="rId3">
            <a:alphaModFix amt="40000"/>
          </a:blip>
          <a:stretch>
            <a:fillRect/>
          </a:stretch>
        </p:blipFill>
        <p:spPr>
          <a:xfrm>
            <a:off x="1557886" y="563949"/>
            <a:ext cx="6028225" cy="4015599"/>
          </a:xfrm>
          <a:prstGeom prst="rect">
            <a:avLst/>
          </a:prstGeom>
          <a:noFill/>
          <a:ln>
            <a:noFill/>
          </a:ln>
        </p:spPr>
      </p:pic>
      <p:pic>
        <p:nvPicPr>
          <p:cNvPr id="259" name="Google Shape;259;p44"/>
          <p:cNvPicPr preferRelativeResize="0"/>
          <p:nvPr/>
        </p:nvPicPr>
        <p:blipFill>
          <a:blip r:embed="rId4">
            <a:alphaModFix amt="30000"/>
          </a:blip>
          <a:stretch>
            <a:fillRect/>
          </a:stretch>
        </p:blipFill>
        <p:spPr>
          <a:xfrm rot="5400000">
            <a:off x="2001887" y="-1999862"/>
            <a:ext cx="5142250" cy="9141975"/>
          </a:xfrm>
          <a:prstGeom prst="rect">
            <a:avLst/>
          </a:prstGeom>
          <a:noFill/>
          <a:ln>
            <a:noFill/>
          </a:ln>
        </p:spPr>
      </p:pic>
      <p:sp>
        <p:nvSpPr>
          <p:cNvPr id="260" name="Google Shape;260;p44"/>
          <p:cNvSpPr txBox="1"/>
          <p:nvPr/>
        </p:nvSpPr>
        <p:spPr>
          <a:xfrm>
            <a:off x="1278713" y="352050"/>
            <a:ext cx="6588600" cy="44394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3600">
              <a:solidFill>
                <a:schemeClr val="lt1"/>
              </a:solidFill>
              <a:latin typeface="Rubik SemiBold"/>
              <a:ea typeface="Rubik SemiBold"/>
              <a:cs typeface="Rubik SemiBold"/>
              <a:sym typeface="Rubik SemiBold"/>
            </a:endParaRPr>
          </a:p>
          <a:p>
            <a:pPr indent="0" lvl="0" marL="0" rtl="0" algn="l">
              <a:spcBef>
                <a:spcPts val="0"/>
              </a:spcBef>
              <a:spcAft>
                <a:spcPts val="0"/>
              </a:spcAft>
              <a:buNone/>
            </a:pPr>
            <a:r>
              <a:t/>
            </a:r>
            <a:endParaRPr sz="3600">
              <a:solidFill>
                <a:schemeClr val="lt1"/>
              </a:solidFill>
              <a:latin typeface="Rubik SemiBold"/>
              <a:ea typeface="Rubik SemiBold"/>
              <a:cs typeface="Rubik SemiBold"/>
              <a:sym typeface="Rubik SemiBold"/>
            </a:endParaRPr>
          </a:p>
          <a:p>
            <a:pPr indent="0" lvl="0" marL="0" rtl="0" algn="l">
              <a:spcBef>
                <a:spcPts val="0"/>
              </a:spcBef>
              <a:spcAft>
                <a:spcPts val="0"/>
              </a:spcAft>
              <a:buNone/>
            </a:pPr>
            <a:r>
              <a:t/>
            </a:r>
            <a:endParaRPr sz="3600">
              <a:solidFill>
                <a:schemeClr val="lt1"/>
              </a:solidFill>
              <a:latin typeface="Rubik SemiBold"/>
              <a:ea typeface="Rubik SemiBold"/>
              <a:cs typeface="Rubik SemiBold"/>
              <a:sym typeface="Rubik SemiBold"/>
            </a:endParaRPr>
          </a:p>
          <a:p>
            <a:pPr indent="0" lvl="0" marL="0" rtl="0" algn="l">
              <a:spcBef>
                <a:spcPts val="0"/>
              </a:spcBef>
              <a:spcAft>
                <a:spcPts val="0"/>
              </a:spcAft>
              <a:buNone/>
            </a:pPr>
            <a:r>
              <a:t/>
            </a:r>
            <a:endParaRPr sz="3600">
              <a:solidFill>
                <a:schemeClr val="lt1"/>
              </a:solidFill>
              <a:latin typeface="Rubik SemiBold"/>
              <a:ea typeface="Rubik SemiBold"/>
              <a:cs typeface="Rubik SemiBold"/>
              <a:sym typeface="Rubik SemiBold"/>
            </a:endParaRPr>
          </a:p>
          <a:p>
            <a:pPr indent="0" lvl="0" marL="0" rtl="0" algn="l">
              <a:spcBef>
                <a:spcPts val="0"/>
              </a:spcBef>
              <a:spcAft>
                <a:spcPts val="0"/>
              </a:spcAft>
              <a:buNone/>
            </a:pPr>
            <a:r>
              <a:rPr lang="en-GB" sz="3600">
                <a:solidFill>
                  <a:schemeClr val="lt1"/>
                </a:solidFill>
                <a:latin typeface="Rubik SemiBold"/>
                <a:ea typeface="Rubik SemiBold"/>
                <a:cs typeface="Rubik SemiBold"/>
                <a:sym typeface="Rubik SemiBold"/>
              </a:rPr>
              <a:t>   THERE ARE NO </a:t>
            </a:r>
            <a:endParaRPr sz="3600">
              <a:solidFill>
                <a:schemeClr val="lt1"/>
              </a:solidFill>
              <a:latin typeface="Rubik SemiBold"/>
              <a:ea typeface="Rubik SemiBold"/>
              <a:cs typeface="Rubik SemiBold"/>
              <a:sym typeface="Rubik SemiBold"/>
            </a:endParaRPr>
          </a:p>
          <a:p>
            <a:pPr indent="0" lvl="0" marL="0" rtl="0" algn="l">
              <a:spcBef>
                <a:spcPts val="0"/>
              </a:spcBef>
              <a:spcAft>
                <a:spcPts val="0"/>
              </a:spcAft>
              <a:buNone/>
            </a:pPr>
            <a:r>
              <a:rPr lang="en-GB" sz="3600">
                <a:solidFill>
                  <a:schemeClr val="lt1"/>
                </a:solidFill>
                <a:latin typeface="Rubik SemiBold"/>
                <a:ea typeface="Rubik SemiBold"/>
                <a:cs typeface="Rubik SemiBold"/>
                <a:sym typeface="Rubik SemiBold"/>
              </a:rPr>
              <a:t>   WRONG FEELINGS</a:t>
            </a:r>
            <a:endParaRPr sz="3600">
              <a:solidFill>
                <a:schemeClr val="lt1"/>
              </a:solidFill>
              <a:latin typeface="Rubik SemiBold"/>
              <a:ea typeface="Rubik SemiBold"/>
              <a:cs typeface="Rubik SemiBold"/>
              <a:sym typeface="Rubik SemiBold"/>
            </a:endParaRPr>
          </a:p>
          <a:p>
            <a:pPr indent="0" lvl="0" marL="0" rtl="0" algn="l">
              <a:spcBef>
                <a:spcPts val="0"/>
              </a:spcBef>
              <a:spcAft>
                <a:spcPts val="0"/>
              </a:spcAft>
              <a:buNone/>
            </a:pPr>
            <a:r>
              <a:rPr lang="en-GB" sz="1200">
                <a:solidFill>
                  <a:schemeClr val="lt1"/>
                </a:solidFill>
                <a:latin typeface="Rubik"/>
                <a:ea typeface="Rubik"/>
                <a:cs typeface="Rubik"/>
                <a:sym typeface="Rubik"/>
              </a:rPr>
              <a:t>        Exploring the nature of Human Emotions and the Philosophy of Māyā</a:t>
            </a:r>
            <a:endParaRPr sz="1200">
              <a:solidFill>
                <a:schemeClr val="lt1"/>
              </a:solidFill>
              <a:latin typeface="Rubik"/>
              <a:ea typeface="Rubik"/>
              <a:cs typeface="Rubik"/>
              <a:sym typeface="Rubi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4" name="Shape 264"/>
        <p:cNvGrpSpPr/>
        <p:nvPr/>
      </p:nvGrpSpPr>
      <p:grpSpPr>
        <a:xfrm>
          <a:off x="0" y="0"/>
          <a:ext cx="0" cy="0"/>
          <a:chOff x="0" y="0"/>
          <a:chExt cx="0" cy="0"/>
        </a:xfrm>
      </p:grpSpPr>
      <p:pic>
        <p:nvPicPr>
          <p:cNvPr id="265" name="Google Shape;265;p45"/>
          <p:cNvPicPr preferRelativeResize="0"/>
          <p:nvPr/>
        </p:nvPicPr>
        <p:blipFill rotWithShape="1">
          <a:blip r:embed="rId3">
            <a:alphaModFix amt="30000"/>
          </a:blip>
          <a:srcRect b="78294" l="44342" r="0" t="0"/>
          <a:stretch/>
        </p:blipFill>
        <p:spPr>
          <a:xfrm rot="5400000">
            <a:off x="-623282" y="1730119"/>
            <a:ext cx="4467924" cy="1651886"/>
          </a:xfrm>
          <a:prstGeom prst="rect">
            <a:avLst/>
          </a:prstGeom>
          <a:noFill/>
          <a:ln>
            <a:noFill/>
          </a:ln>
        </p:spPr>
      </p:pic>
      <p:pic>
        <p:nvPicPr>
          <p:cNvPr id="266" name="Google Shape;266;p45"/>
          <p:cNvPicPr preferRelativeResize="0"/>
          <p:nvPr/>
        </p:nvPicPr>
        <p:blipFill rotWithShape="1">
          <a:blip r:embed="rId3">
            <a:alphaModFix amt="30000"/>
          </a:blip>
          <a:srcRect b="78294" l="44342" r="0" t="0"/>
          <a:stretch/>
        </p:blipFill>
        <p:spPr>
          <a:xfrm rot="5400000">
            <a:off x="5299357" y="1730119"/>
            <a:ext cx="4467924" cy="1651886"/>
          </a:xfrm>
          <a:prstGeom prst="rect">
            <a:avLst/>
          </a:prstGeom>
          <a:noFill/>
          <a:ln>
            <a:noFill/>
          </a:ln>
        </p:spPr>
      </p:pic>
      <p:pic>
        <p:nvPicPr>
          <p:cNvPr id="267" name="Google Shape;267;p45"/>
          <p:cNvPicPr preferRelativeResize="0"/>
          <p:nvPr/>
        </p:nvPicPr>
        <p:blipFill>
          <a:blip r:embed="rId3">
            <a:alphaModFix amt="30000"/>
          </a:blip>
          <a:stretch>
            <a:fillRect/>
          </a:stretch>
        </p:blipFill>
        <p:spPr>
          <a:xfrm>
            <a:off x="2444131" y="330492"/>
            <a:ext cx="4255739" cy="4451141"/>
          </a:xfrm>
          <a:prstGeom prst="rect">
            <a:avLst/>
          </a:prstGeom>
          <a:noFill/>
          <a:ln>
            <a:noFill/>
          </a:ln>
        </p:spPr>
      </p:pic>
      <p:pic>
        <p:nvPicPr>
          <p:cNvPr id="268" name="Google Shape;268;p45"/>
          <p:cNvPicPr preferRelativeResize="0"/>
          <p:nvPr/>
        </p:nvPicPr>
        <p:blipFill>
          <a:blip r:embed="rId4">
            <a:alphaModFix amt="30000"/>
          </a:blip>
          <a:stretch>
            <a:fillRect/>
          </a:stretch>
        </p:blipFill>
        <p:spPr>
          <a:xfrm rot="5400000">
            <a:off x="2001887" y="-1999862"/>
            <a:ext cx="5142250" cy="9141975"/>
          </a:xfrm>
          <a:prstGeom prst="rect">
            <a:avLst/>
          </a:prstGeom>
          <a:noFill/>
          <a:ln>
            <a:noFill/>
          </a:ln>
        </p:spPr>
      </p:pic>
      <p:sp>
        <p:nvSpPr>
          <p:cNvPr id="269" name="Google Shape;269;p45"/>
          <p:cNvSpPr txBox="1"/>
          <p:nvPr>
            <p:ph type="title"/>
          </p:nvPr>
        </p:nvSpPr>
        <p:spPr>
          <a:xfrm>
            <a:off x="1966177" y="583425"/>
            <a:ext cx="1257000" cy="49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sz="3600">
                <a:solidFill>
                  <a:srgbClr val="CC4125"/>
                </a:solidFill>
                <a:latin typeface="Rubik Medium"/>
                <a:ea typeface="Rubik Medium"/>
                <a:cs typeface="Rubik Medium"/>
                <a:sym typeface="Rubik Medium"/>
              </a:rPr>
              <a:t>BAD</a:t>
            </a:r>
            <a:endParaRPr sz="3600">
              <a:solidFill>
                <a:srgbClr val="CC4125"/>
              </a:solidFill>
              <a:latin typeface="Rubik Medium"/>
              <a:ea typeface="Rubik Medium"/>
              <a:cs typeface="Rubik Medium"/>
              <a:sym typeface="Rubik Medium"/>
            </a:endParaRPr>
          </a:p>
        </p:txBody>
      </p:sp>
      <p:sp>
        <p:nvSpPr>
          <p:cNvPr id="270" name="Google Shape;270;p45"/>
          <p:cNvSpPr txBox="1"/>
          <p:nvPr/>
        </p:nvSpPr>
        <p:spPr>
          <a:xfrm>
            <a:off x="5841324" y="461025"/>
            <a:ext cx="1651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3600">
                <a:solidFill>
                  <a:srgbClr val="93C47D"/>
                </a:solidFill>
                <a:latin typeface="Rubik Medium"/>
                <a:ea typeface="Rubik Medium"/>
                <a:cs typeface="Rubik Medium"/>
                <a:sym typeface="Rubik Medium"/>
              </a:rPr>
              <a:t>GOOD</a:t>
            </a:r>
            <a:endParaRPr sz="3600">
              <a:solidFill>
                <a:srgbClr val="93C47D"/>
              </a:solidFill>
              <a:latin typeface="Rubik Medium"/>
              <a:ea typeface="Rubik Medium"/>
              <a:cs typeface="Rubik Medium"/>
              <a:sym typeface="Rubik Medium"/>
            </a:endParaRPr>
          </a:p>
        </p:txBody>
      </p:sp>
      <p:sp>
        <p:nvSpPr>
          <p:cNvPr id="271" name="Google Shape;271;p45"/>
          <p:cNvSpPr txBox="1"/>
          <p:nvPr/>
        </p:nvSpPr>
        <p:spPr>
          <a:xfrm>
            <a:off x="2025818" y="1690222"/>
            <a:ext cx="83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CC0000"/>
                </a:solidFill>
                <a:latin typeface="Rubik Light"/>
                <a:ea typeface="Rubik Light"/>
                <a:cs typeface="Rubik Light"/>
                <a:sym typeface="Rubik Light"/>
              </a:rPr>
              <a:t>Greed</a:t>
            </a:r>
            <a:endParaRPr sz="1800">
              <a:solidFill>
                <a:srgbClr val="CC0000"/>
              </a:solidFill>
              <a:latin typeface="Rubik Light"/>
              <a:ea typeface="Rubik Light"/>
              <a:cs typeface="Rubik Light"/>
              <a:sym typeface="Rubik Light"/>
            </a:endParaRPr>
          </a:p>
        </p:txBody>
      </p:sp>
      <p:sp>
        <p:nvSpPr>
          <p:cNvPr id="272" name="Google Shape;272;p45"/>
          <p:cNvSpPr txBox="1"/>
          <p:nvPr/>
        </p:nvSpPr>
        <p:spPr>
          <a:xfrm>
            <a:off x="900636" y="1114506"/>
            <a:ext cx="1125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CC0000"/>
                </a:solidFill>
                <a:latin typeface="Rubik Light"/>
                <a:ea typeface="Rubik Light"/>
                <a:cs typeface="Rubik Light"/>
                <a:sym typeface="Rubik Light"/>
              </a:rPr>
              <a:t>Jealousy</a:t>
            </a:r>
            <a:endParaRPr sz="1800">
              <a:solidFill>
                <a:srgbClr val="CC0000"/>
              </a:solidFill>
              <a:latin typeface="Rubik Light"/>
              <a:ea typeface="Rubik Light"/>
              <a:cs typeface="Rubik Light"/>
              <a:sym typeface="Rubik Light"/>
            </a:endParaRPr>
          </a:p>
        </p:txBody>
      </p:sp>
      <p:sp>
        <p:nvSpPr>
          <p:cNvPr id="273" name="Google Shape;273;p45"/>
          <p:cNvSpPr txBox="1"/>
          <p:nvPr/>
        </p:nvSpPr>
        <p:spPr>
          <a:xfrm>
            <a:off x="3112352" y="1212400"/>
            <a:ext cx="883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CC0000"/>
                </a:solidFill>
                <a:latin typeface="Rubik Light"/>
                <a:ea typeface="Rubik Light"/>
                <a:cs typeface="Rubik Light"/>
                <a:sym typeface="Rubik Light"/>
              </a:rPr>
              <a:t>Pride</a:t>
            </a:r>
            <a:endParaRPr sz="1800">
              <a:solidFill>
                <a:srgbClr val="CC0000"/>
              </a:solidFill>
              <a:latin typeface="Rubik Light"/>
              <a:ea typeface="Rubik Light"/>
              <a:cs typeface="Rubik Light"/>
              <a:sym typeface="Rubik Light"/>
            </a:endParaRPr>
          </a:p>
        </p:txBody>
      </p:sp>
      <p:sp>
        <p:nvSpPr>
          <p:cNvPr id="274" name="Google Shape;274;p45"/>
          <p:cNvSpPr txBox="1"/>
          <p:nvPr/>
        </p:nvSpPr>
        <p:spPr>
          <a:xfrm>
            <a:off x="1051533" y="2612454"/>
            <a:ext cx="735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CC0000"/>
                </a:solidFill>
                <a:latin typeface="Rubik Light"/>
                <a:ea typeface="Rubik Light"/>
                <a:cs typeface="Rubik Light"/>
                <a:sym typeface="Rubik Light"/>
              </a:rPr>
              <a:t>Lust</a:t>
            </a:r>
            <a:endParaRPr sz="1800">
              <a:solidFill>
                <a:srgbClr val="CC0000"/>
              </a:solidFill>
              <a:latin typeface="Rubik Light"/>
              <a:ea typeface="Rubik Light"/>
              <a:cs typeface="Rubik Light"/>
              <a:sym typeface="Rubik Light"/>
            </a:endParaRPr>
          </a:p>
        </p:txBody>
      </p:sp>
      <p:sp>
        <p:nvSpPr>
          <p:cNvPr id="275" name="Google Shape;275;p45"/>
          <p:cNvSpPr txBox="1"/>
          <p:nvPr/>
        </p:nvSpPr>
        <p:spPr>
          <a:xfrm>
            <a:off x="2713306" y="2429753"/>
            <a:ext cx="93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CC0000"/>
                </a:solidFill>
                <a:latin typeface="Rubik Light"/>
                <a:ea typeface="Rubik Light"/>
                <a:cs typeface="Rubik Light"/>
                <a:sym typeface="Rubik Light"/>
              </a:rPr>
              <a:t>Hatred</a:t>
            </a:r>
            <a:endParaRPr sz="1800">
              <a:solidFill>
                <a:srgbClr val="CC0000"/>
              </a:solidFill>
              <a:latin typeface="Rubik Light"/>
              <a:ea typeface="Rubik Light"/>
              <a:cs typeface="Rubik Light"/>
              <a:sym typeface="Rubik Light"/>
            </a:endParaRPr>
          </a:p>
        </p:txBody>
      </p:sp>
      <p:sp>
        <p:nvSpPr>
          <p:cNvPr id="276" name="Google Shape;276;p45"/>
          <p:cNvSpPr txBox="1"/>
          <p:nvPr/>
        </p:nvSpPr>
        <p:spPr>
          <a:xfrm>
            <a:off x="4741886" y="3243031"/>
            <a:ext cx="83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03A266"/>
                </a:solidFill>
                <a:latin typeface="Rubik Light"/>
                <a:ea typeface="Rubik Light"/>
                <a:cs typeface="Rubik Light"/>
                <a:sym typeface="Rubik Light"/>
              </a:rPr>
              <a:t>Joy</a:t>
            </a:r>
            <a:endParaRPr sz="1800">
              <a:solidFill>
                <a:srgbClr val="03A266"/>
              </a:solidFill>
              <a:latin typeface="Rubik Light"/>
              <a:ea typeface="Rubik Light"/>
              <a:cs typeface="Rubik Light"/>
              <a:sym typeface="Rubik Light"/>
            </a:endParaRPr>
          </a:p>
        </p:txBody>
      </p:sp>
      <p:sp>
        <p:nvSpPr>
          <p:cNvPr id="277" name="Google Shape;277;p45"/>
          <p:cNvSpPr txBox="1"/>
          <p:nvPr/>
        </p:nvSpPr>
        <p:spPr>
          <a:xfrm>
            <a:off x="6260374" y="1621480"/>
            <a:ext cx="154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03A266"/>
                </a:solidFill>
                <a:latin typeface="Rubik Light"/>
                <a:ea typeface="Rubik Light"/>
                <a:cs typeface="Rubik Light"/>
                <a:sym typeface="Rubik Light"/>
              </a:rPr>
              <a:t>Confidence</a:t>
            </a:r>
            <a:endParaRPr sz="1800">
              <a:solidFill>
                <a:srgbClr val="03A266"/>
              </a:solidFill>
              <a:latin typeface="Rubik Light"/>
              <a:ea typeface="Rubik Light"/>
              <a:cs typeface="Rubik Light"/>
              <a:sym typeface="Rubik Light"/>
            </a:endParaRPr>
          </a:p>
        </p:txBody>
      </p:sp>
      <p:sp>
        <p:nvSpPr>
          <p:cNvPr id="278" name="Google Shape;278;p45"/>
          <p:cNvSpPr txBox="1"/>
          <p:nvPr/>
        </p:nvSpPr>
        <p:spPr>
          <a:xfrm>
            <a:off x="2804154" y="3959489"/>
            <a:ext cx="1125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CC0000"/>
                </a:solidFill>
                <a:latin typeface="Rubik Light"/>
                <a:ea typeface="Rubik Light"/>
                <a:cs typeface="Rubik Light"/>
                <a:sym typeface="Rubik Light"/>
              </a:rPr>
              <a:t>Despair</a:t>
            </a:r>
            <a:endParaRPr sz="1800">
              <a:solidFill>
                <a:srgbClr val="CC0000"/>
              </a:solidFill>
              <a:latin typeface="Rubik Light"/>
              <a:ea typeface="Rubik Light"/>
              <a:cs typeface="Rubik Light"/>
              <a:sym typeface="Rubik Light"/>
            </a:endParaRPr>
          </a:p>
        </p:txBody>
      </p:sp>
      <p:sp>
        <p:nvSpPr>
          <p:cNvPr id="279" name="Google Shape;279;p45"/>
          <p:cNvSpPr txBox="1"/>
          <p:nvPr/>
        </p:nvSpPr>
        <p:spPr>
          <a:xfrm>
            <a:off x="4677183" y="1175838"/>
            <a:ext cx="1366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03A266"/>
                </a:solidFill>
                <a:latin typeface="Rubik Light"/>
                <a:ea typeface="Rubik Light"/>
                <a:cs typeface="Rubik Light"/>
                <a:sym typeface="Rubik Light"/>
              </a:rPr>
              <a:t>Happiness</a:t>
            </a:r>
            <a:endParaRPr sz="1800">
              <a:solidFill>
                <a:srgbClr val="03A266"/>
              </a:solidFill>
              <a:latin typeface="Rubik Light"/>
              <a:ea typeface="Rubik Light"/>
              <a:cs typeface="Rubik Light"/>
              <a:sym typeface="Rubik Light"/>
            </a:endParaRPr>
          </a:p>
        </p:txBody>
      </p:sp>
      <p:sp>
        <p:nvSpPr>
          <p:cNvPr id="280" name="Google Shape;280;p45"/>
          <p:cNvSpPr txBox="1"/>
          <p:nvPr/>
        </p:nvSpPr>
        <p:spPr>
          <a:xfrm>
            <a:off x="5433552" y="2509487"/>
            <a:ext cx="1366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03A266"/>
                </a:solidFill>
                <a:latin typeface="Rubik Light"/>
                <a:ea typeface="Rubik Light"/>
                <a:cs typeface="Rubik Light"/>
                <a:sym typeface="Rubik Light"/>
              </a:rPr>
              <a:t>Hope</a:t>
            </a:r>
            <a:endParaRPr sz="1800">
              <a:solidFill>
                <a:srgbClr val="03A266"/>
              </a:solidFill>
              <a:latin typeface="Rubik Light"/>
              <a:ea typeface="Rubik Light"/>
              <a:cs typeface="Rubik Light"/>
              <a:sym typeface="Rubik Light"/>
            </a:endParaRPr>
          </a:p>
        </p:txBody>
      </p:sp>
      <p:sp>
        <p:nvSpPr>
          <p:cNvPr id="281" name="Google Shape;281;p45"/>
          <p:cNvSpPr txBox="1"/>
          <p:nvPr/>
        </p:nvSpPr>
        <p:spPr>
          <a:xfrm>
            <a:off x="6498314" y="3508011"/>
            <a:ext cx="1257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03A266"/>
                </a:solidFill>
                <a:latin typeface="Rubik Light"/>
                <a:ea typeface="Rubik Light"/>
                <a:cs typeface="Rubik Light"/>
                <a:sym typeface="Rubik Light"/>
              </a:rPr>
              <a:t>Gratitude</a:t>
            </a:r>
            <a:endParaRPr sz="1800">
              <a:solidFill>
                <a:srgbClr val="03A266"/>
              </a:solidFill>
              <a:latin typeface="Rubik Light"/>
              <a:ea typeface="Rubik Light"/>
              <a:cs typeface="Rubik Light"/>
              <a:sym typeface="Rubik Light"/>
            </a:endParaRPr>
          </a:p>
        </p:txBody>
      </p:sp>
      <p:sp>
        <p:nvSpPr>
          <p:cNvPr id="282" name="Google Shape;282;p45"/>
          <p:cNvSpPr txBox="1"/>
          <p:nvPr/>
        </p:nvSpPr>
        <p:spPr>
          <a:xfrm>
            <a:off x="4373394" y="1968048"/>
            <a:ext cx="1257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03A266"/>
                </a:solidFill>
                <a:latin typeface="Rubik Light"/>
                <a:ea typeface="Rubik Light"/>
                <a:cs typeface="Rubik Light"/>
                <a:sym typeface="Rubik Light"/>
              </a:rPr>
              <a:t>Ambition</a:t>
            </a:r>
            <a:endParaRPr sz="1800">
              <a:solidFill>
                <a:srgbClr val="03A266"/>
              </a:solidFill>
              <a:latin typeface="Rubik Light"/>
              <a:ea typeface="Rubik Light"/>
              <a:cs typeface="Rubik Light"/>
              <a:sym typeface="Rubik Light"/>
            </a:endParaRPr>
          </a:p>
        </p:txBody>
      </p:sp>
      <p:sp>
        <p:nvSpPr>
          <p:cNvPr id="283" name="Google Shape;283;p45"/>
          <p:cNvSpPr txBox="1"/>
          <p:nvPr/>
        </p:nvSpPr>
        <p:spPr>
          <a:xfrm>
            <a:off x="1522159" y="3339731"/>
            <a:ext cx="83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CC0000"/>
                </a:solidFill>
                <a:latin typeface="Rubik Light"/>
                <a:ea typeface="Rubik Light"/>
                <a:cs typeface="Rubik Light"/>
                <a:sym typeface="Rubik Light"/>
              </a:rPr>
              <a:t>Anger</a:t>
            </a:r>
            <a:endParaRPr sz="1800">
              <a:solidFill>
                <a:srgbClr val="CC0000"/>
              </a:solidFill>
              <a:latin typeface="Rubik Light"/>
              <a:ea typeface="Rubik Light"/>
              <a:cs typeface="Rubik Light"/>
              <a:sym typeface="Rubik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0000"/>
        </a:solidFill>
      </p:bgPr>
    </p:bg>
    <p:spTree>
      <p:nvGrpSpPr>
        <p:cNvPr id="287" name="Shape 287"/>
        <p:cNvGrpSpPr/>
        <p:nvPr/>
      </p:nvGrpSpPr>
      <p:grpSpPr>
        <a:xfrm>
          <a:off x="0" y="0"/>
          <a:ext cx="0" cy="0"/>
          <a:chOff x="0" y="0"/>
          <a:chExt cx="0" cy="0"/>
        </a:xfrm>
      </p:grpSpPr>
      <p:pic>
        <p:nvPicPr>
          <p:cNvPr id="288" name="Google Shape;288;p46"/>
          <p:cNvPicPr preferRelativeResize="0"/>
          <p:nvPr/>
        </p:nvPicPr>
        <p:blipFill>
          <a:blip r:embed="rId3">
            <a:alphaModFix amt="20000"/>
          </a:blip>
          <a:stretch>
            <a:fillRect/>
          </a:stretch>
        </p:blipFill>
        <p:spPr>
          <a:xfrm>
            <a:off x="912587" y="612325"/>
            <a:ext cx="7318826" cy="3918851"/>
          </a:xfrm>
          <a:prstGeom prst="rect">
            <a:avLst/>
          </a:prstGeom>
          <a:noFill/>
          <a:ln>
            <a:noFill/>
          </a:ln>
        </p:spPr>
      </p:pic>
      <p:pic>
        <p:nvPicPr>
          <p:cNvPr id="289" name="Google Shape;289;p46"/>
          <p:cNvPicPr preferRelativeResize="0"/>
          <p:nvPr/>
        </p:nvPicPr>
        <p:blipFill>
          <a:blip r:embed="rId4">
            <a:alphaModFix amt="30000"/>
          </a:blip>
          <a:stretch>
            <a:fillRect/>
          </a:stretch>
        </p:blipFill>
        <p:spPr>
          <a:xfrm rot="5400000">
            <a:off x="2000887" y="-1999237"/>
            <a:ext cx="5142250" cy="9141975"/>
          </a:xfrm>
          <a:prstGeom prst="rect">
            <a:avLst/>
          </a:prstGeom>
          <a:noFill/>
          <a:ln>
            <a:noFill/>
          </a:ln>
        </p:spPr>
      </p:pic>
      <p:pic>
        <p:nvPicPr>
          <p:cNvPr id="290" name="Google Shape;290;p46"/>
          <p:cNvPicPr preferRelativeResize="0"/>
          <p:nvPr/>
        </p:nvPicPr>
        <p:blipFill>
          <a:blip r:embed="rId5">
            <a:alphaModFix amt="85000"/>
          </a:blip>
          <a:stretch>
            <a:fillRect/>
          </a:stretch>
        </p:blipFill>
        <p:spPr>
          <a:xfrm>
            <a:off x="2890612" y="884850"/>
            <a:ext cx="3362787" cy="3373812"/>
          </a:xfrm>
          <a:prstGeom prst="rect">
            <a:avLst/>
          </a:prstGeom>
          <a:noFill/>
          <a:ln>
            <a:noFill/>
          </a:ln>
        </p:spPr>
      </p:pic>
      <p:sp>
        <p:nvSpPr>
          <p:cNvPr id="291" name="Google Shape;291;p46"/>
          <p:cNvSpPr txBox="1"/>
          <p:nvPr/>
        </p:nvSpPr>
        <p:spPr>
          <a:xfrm>
            <a:off x="2890650" y="884850"/>
            <a:ext cx="3362700" cy="3373800"/>
          </a:xfrm>
          <a:prstGeom prst="rect">
            <a:avLst/>
          </a:prstGeom>
          <a:noFill/>
          <a:ln cap="flat" cmpd="sng" w="9525">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GB" sz="1600">
                <a:solidFill>
                  <a:srgbClr val="231F20"/>
                </a:solidFill>
                <a:latin typeface="Rubik"/>
                <a:ea typeface="Rubik"/>
                <a:cs typeface="Rubik"/>
                <a:sym typeface="Rubik"/>
              </a:rPr>
              <a:t>Why do we feel so much</a:t>
            </a:r>
            <a:br>
              <a:rPr b="1" lang="en-GB" sz="1600">
                <a:solidFill>
                  <a:srgbClr val="231F20"/>
                </a:solidFill>
                <a:latin typeface="Rubik"/>
                <a:ea typeface="Rubik"/>
                <a:cs typeface="Rubik"/>
                <a:sym typeface="Rubik"/>
              </a:rPr>
            </a:br>
            <a:r>
              <a:rPr b="1" lang="en-GB" sz="1600">
                <a:solidFill>
                  <a:srgbClr val="231F20"/>
                </a:solidFill>
                <a:latin typeface="Rubik"/>
                <a:ea typeface="Rubik"/>
                <a:cs typeface="Rubik"/>
                <a:sym typeface="Rubik"/>
              </a:rPr>
              <a:t>                                        </a:t>
            </a:r>
            <a:r>
              <a:rPr b="1" lang="en-GB" sz="2300">
                <a:solidFill>
                  <a:srgbClr val="231F20"/>
                </a:solidFill>
                <a:latin typeface="Rubik"/>
                <a:ea typeface="Rubik"/>
                <a:cs typeface="Rubik"/>
                <a:sym typeface="Rubik"/>
              </a:rPr>
              <a:t>?</a:t>
            </a:r>
            <a:endParaRPr b="1" sz="2300">
              <a:solidFill>
                <a:srgbClr val="231F20"/>
              </a:solidFill>
              <a:latin typeface="Rubik"/>
              <a:ea typeface="Rubik"/>
              <a:cs typeface="Rubik"/>
              <a:sym typeface="Rubik"/>
            </a:endParaRPr>
          </a:p>
          <a:p>
            <a:pPr indent="0" lvl="0" marL="0" rtl="0" algn="ctr">
              <a:lnSpc>
                <a:spcPct val="115000"/>
              </a:lnSpc>
              <a:spcBef>
                <a:spcPts val="0"/>
              </a:spcBef>
              <a:spcAft>
                <a:spcPts val="0"/>
              </a:spcAft>
              <a:buNone/>
            </a:pPr>
            <a:r>
              <a:t/>
            </a:r>
            <a:endParaRPr b="1" sz="1600">
              <a:solidFill>
                <a:schemeClr val="lt1"/>
              </a:solidFill>
              <a:latin typeface="Rubik"/>
              <a:ea typeface="Rubik"/>
              <a:cs typeface="Rubik"/>
              <a:sym typeface="Rubik"/>
            </a:endParaRPr>
          </a:p>
          <a:p>
            <a:pPr indent="0" lvl="0" marL="0" rtl="0" algn="ctr">
              <a:lnSpc>
                <a:spcPct val="115000"/>
              </a:lnSpc>
              <a:spcBef>
                <a:spcPts val="0"/>
              </a:spcBef>
              <a:spcAft>
                <a:spcPts val="0"/>
              </a:spcAft>
              <a:buNone/>
            </a:pPr>
            <a:r>
              <a:t/>
            </a:r>
            <a:endParaRPr b="1" sz="1600">
              <a:solidFill>
                <a:schemeClr val="lt1"/>
              </a:solidFill>
              <a:latin typeface="Rubik"/>
              <a:ea typeface="Rubik"/>
              <a:cs typeface="Rubik"/>
              <a:sym typeface="Rubik"/>
            </a:endParaRPr>
          </a:p>
          <a:p>
            <a:pPr indent="0" lvl="0" marL="0" rtl="0" algn="ctr">
              <a:lnSpc>
                <a:spcPct val="115000"/>
              </a:lnSpc>
              <a:spcBef>
                <a:spcPts val="0"/>
              </a:spcBef>
              <a:spcAft>
                <a:spcPts val="0"/>
              </a:spcAft>
              <a:buNone/>
            </a:pPr>
            <a:r>
              <a:t/>
            </a:r>
            <a:endParaRPr b="1" sz="1600">
              <a:solidFill>
                <a:schemeClr val="lt1"/>
              </a:solidFill>
              <a:latin typeface="Rubik"/>
              <a:ea typeface="Rubik"/>
              <a:cs typeface="Rubik"/>
              <a:sym typeface="Rubik"/>
            </a:endParaRPr>
          </a:p>
          <a:p>
            <a:pPr indent="0" lvl="0" marL="0" rtl="0" algn="ctr">
              <a:lnSpc>
                <a:spcPct val="115000"/>
              </a:lnSpc>
              <a:spcBef>
                <a:spcPts val="0"/>
              </a:spcBef>
              <a:spcAft>
                <a:spcPts val="0"/>
              </a:spcAft>
              <a:buNone/>
            </a:pPr>
            <a:r>
              <a:t/>
            </a:r>
            <a:endParaRPr b="1" sz="1600">
              <a:solidFill>
                <a:schemeClr val="lt1"/>
              </a:solidFill>
              <a:latin typeface="Rubik"/>
              <a:ea typeface="Rubik"/>
              <a:cs typeface="Rubik"/>
              <a:sym typeface="Rubik"/>
            </a:endParaRPr>
          </a:p>
          <a:p>
            <a:pPr indent="0" lvl="0" marL="0" rtl="0" algn="ctr">
              <a:lnSpc>
                <a:spcPct val="115000"/>
              </a:lnSpc>
              <a:spcBef>
                <a:spcPts val="0"/>
              </a:spcBef>
              <a:spcAft>
                <a:spcPts val="0"/>
              </a:spcAft>
              <a:buNone/>
            </a:pPr>
            <a:r>
              <a:t/>
            </a:r>
            <a:endParaRPr b="1" sz="1600">
              <a:solidFill>
                <a:schemeClr val="lt1"/>
              </a:solidFill>
              <a:latin typeface="Rubik"/>
              <a:ea typeface="Rubik"/>
              <a:cs typeface="Rubik"/>
              <a:sym typeface="Rubik"/>
            </a:endParaRPr>
          </a:p>
          <a:p>
            <a:pPr indent="0" lvl="0" marL="0" rtl="0" algn="ctr">
              <a:lnSpc>
                <a:spcPct val="115000"/>
              </a:lnSpc>
              <a:spcBef>
                <a:spcPts val="0"/>
              </a:spcBef>
              <a:spcAft>
                <a:spcPts val="0"/>
              </a:spcAft>
              <a:buNone/>
            </a:pPr>
            <a:r>
              <a:t/>
            </a:r>
            <a:endParaRPr b="1" sz="1600">
              <a:solidFill>
                <a:schemeClr val="lt1"/>
              </a:solidFill>
              <a:latin typeface="Rubik"/>
              <a:ea typeface="Rubik"/>
              <a:cs typeface="Rubik"/>
              <a:sym typeface="Rubik"/>
            </a:endParaRPr>
          </a:p>
          <a:p>
            <a:pPr indent="0" lvl="0" marL="0" rtl="0" algn="ctr">
              <a:lnSpc>
                <a:spcPct val="115000"/>
              </a:lnSpc>
              <a:spcBef>
                <a:spcPts val="0"/>
              </a:spcBef>
              <a:spcAft>
                <a:spcPts val="0"/>
              </a:spcAft>
              <a:buNone/>
            </a:pPr>
            <a:r>
              <a:t/>
            </a:r>
            <a:endParaRPr b="1" sz="1600">
              <a:solidFill>
                <a:schemeClr val="lt1"/>
              </a:solidFill>
              <a:latin typeface="Rubik"/>
              <a:ea typeface="Rubik"/>
              <a:cs typeface="Rubik"/>
              <a:sym typeface="Rubik"/>
            </a:endParaRPr>
          </a:p>
          <a:p>
            <a:pPr indent="0" lvl="0" marL="0" rtl="0" algn="ctr">
              <a:lnSpc>
                <a:spcPct val="115000"/>
              </a:lnSpc>
              <a:spcBef>
                <a:spcPts val="0"/>
              </a:spcBef>
              <a:spcAft>
                <a:spcPts val="0"/>
              </a:spcAft>
              <a:buNone/>
            </a:pPr>
            <a:r>
              <a:t/>
            </a:r>
            <a:endParaRPr b="1" sz="1600">
              <a:solidFill>
                <a:schemeClr val="lt1"/>
              </a:solidFill>
              <a:latin typeface="Rubik"/>
              <a:ea typeface="Rubik"/>
              <a:cs typeface="Rubik"/>
              <a:sym typeface="Rubik"/>
            </a:endParaRPr>
          </a:p>
          <a:p>
            <a:pPr indent="0" lvl="0" marL="0" rtl="0" algn="ctr">
              <a:lnSpc>
                <a:spcPct val="115000"/>
              </a:lnSpc>
              <a:spcBef>
                <a:spcPts val="0"/>
              </a:spcBef>
              <a:spcAft>
                <a:spcPts val="0"/>
              </a:spcAft>
              <a:buNone/>
            </a:pPr>
            <a:r>
              <a:t/>
            </a:r>
            <a:endParaRPr b="1" sz="1600">
              <a:solidFill>
                <a:schemeClr val="lt1"/>
              </a:solidFill>
              <a:latin typeface="Rubik"/>
              <a:ea typeface="Rubik"/>
              <a:cs typeface="Rubik"/>
              <a:sym typeface="Rubi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0000"/>
        </a:solidFill>
      </p:bgPr>
    </p:bg>
    <p:spTree>
      <p:nvGrpSpPr>
        <p:cNvPr id="295" name="Shape 295"/>
        <p:cNvGrpSpPr/>
        <p:nvPr/>
      </p:nvGrpSpPr>
      <p:grpSpPr>
        <a:xfrm>
          <a:off x="0" y="0"/>
          <a:ext cx="0" cy="0"/>
          <a:chOff x="0" y="0"/>
          <a:chExt cx="0" cy="0"/>
        </a:xfrm>
      </p:grpSpPr>
      <p:pic>
        <p:nvPicPr>
          <p:cNvPr id="296" name="Google Shape;296;p47"/>
          <p:cNvPicPr preferRelativeResize="0"/>
          <p:nvPr/>
        </p:nvPicPr>
        <p:blipFill>
          <a:blip r:embed="rId3">
            <a:alphaModFix amt="35000"/>
          </a:blip>
          <a:stretch>
            <a:fillRect/>
          </a:stretch>
        </p:blipFill>
        <p:spPr>
          <a:xfrm>
            <a:off x="1650248" y="818700"/>
            <a:ext cx="5843493" cy="3506100"/>
          </a:xfrm>
          <a:prstGeom prst="rect">
            <a:avLst/>
          </a:prstGeom>
          <a:noFill/>
          <a:ln>
            <a:noFill/>
          </a:ln>
        </p:spPr>
      </p:pic>
      <p:pic>
        <p:nvPicPr>
          <p:cNvPr id="297" name="Google Shape;297;p47"/>
          <p:cNvPicPr preferRelativeResize="0"/>
          <p:nvPr/>
        </p:nvPicPr>
        <p:blipFill>
          <a:blip r:embed="rId4">
            <a:alphaModFix amt="0"/>
          </a:blip>
          <a:stretch>
            <a:fillRect/>
          </a:stretch>
        </p:blipFill>
        <p:spPr>
          <a:xfrm>
            <a:off x="1650250" y="818700"/>
            <a:ext cx="5843498" cy="3506099"/>
          </a:xfrm>
          <a:prstGeom prst="rect">
            <a:avLst/>
          </a:prstGeom>
          <a:noFill/>
          <a:ln>
            <a:noFill/>
          </a:ln>
        </p:spPr>
      </p:pic>
      <p:pic>
        <p:nvPicPr>
          <p:cNvPr id="298" name="Google Shape;298;p47"/>
          <p:cNvPicPr preferRelativeResize="0"/>
          <p:nvPr/>
        </p:nvPicPr>
        <p:blipFill>
          <a:blip r:embed="rId5">
            <a:alphaModFix amt="30000"/>
          </a:blip>
          <a:stretch>
            <a:fillRect/>
          </a:stretch>
        </p:blipFill>
        <p:spPr>
          <a:xfrm rot="5400000">
            <a:off x="2000887" y="-1999237"/>
            <a:ext cx="5142250" cy="9141975"/>
          </a:xfrm>
          <a:prstGeom prst="rect">
            <a:avLst/>
          </a:prstGeom>
          <a:noFill/>
          <a:ln>
            <a:noFill/>
          </a:ln>
        </p:spPr>
      </p:pic>
      <p:sp>
        <p:nvSpPr>
          <p:cNvPr id="299" name="Google Shape;299;p47"/>
          <p:cNvSpPr txBox="1"/>
          <p:nvPr/>
        </p:nvSpPr>
        <p:spPr>
          <a:xfrm>
            <a:off x="1650300" y="818700"/>
            <a:ext cx="5843400" cy="35061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Rubik Light"/>
                <a:ea typeface="Rubik Light"/>
                <a:cs typeface="Rubik Light"/>
                <a:sym typeface="Rubik Light"/>
              </a:rPr>
              <a:t>Society imposes a sense of </a:t>
            </a:r>
            <a:r>
              <a:rPr b="1" lang="en-GB" sz="1500">
                <a:solidFill>
                  <a:schemeClr val="lt1"/>
                </a:solidFill>
                <a:latin typeface="Rubik"/>
                <a:ea typeface="Rubik"/>
                <a:cs typeface="Rubik"/>
                <a:sym typeface="Rubik"/>
              </a:rPr>
              <a:t>shame</a:t>
            </a:r>
            <a:r>
              <a:rPr lang="en-GB" sz="1500">
                <a:solidFill>
                  <a:schemeClr val="lt1"/>
                </a:solidFill>
                <a:latin typeface="Rubik Light"/>
                <a:ea typeface="Rubik Light"/>
                <a:cs typeface="Rubik Light"/>
                <a:sym typeface="Rubik Light"/>
              </a:rPr>
              <a:t> associated with specific emotions. </a:t>
            </a:r>
            <a:r>
              <a:rPr b="1" lang="en-GB" sz="1500">
                <a:solidFill>
                  <a:schemeClr val="lt1"/>
                </a:solidFill>
                <a:latin typeface="Rubik"/>
                <a:ea typeface="Rubik"/>
                <a:cs typeface="Rubik"/>
                <a:sym typeface="Rubik"/>
              </a:rPr>
              <a:t>Men</a:t>
            </a:r>
            <a:r>
              <a:rPr lang="en-GB" sz="1500">
                <a:solidFill>
                  <a:schemeClr val="lt1"/>
                </a:solidFill>
                <a:latin typeface="Rubik Light"/>
                <a:ea typeface="Rubik Light"/>
                <a:cs typeface="Rubik Light"/>
                <a:sym typeface="Rubik Light"/>
              </a:rPr>
              <a:t>, for instance are openly discouraged from expressing any form of </a:t>
            </a:r>
            <a:r>
              <a:rPr b="1" lang="en-GB" sz="1500">
                <a:solidFill>
                  <a:schemeClr val="lt1"/>
                </a:solidFill>
                <a:latin typeface="Rubik"/>
                <a:ea typeface="Rubik"/>
                <a:cs typeface="Rubik"/>
                <a:sym typeface="Rubik"/>
              </a:rPr>
              <a:t>femininity</a:t>
            </a:r>
            <a:r>
              <a:rPr lang="en-GB" sz="1500">
                <a:solidFill>
                  <a:schemeClr val="lt1"/>
                </a:solidFill>
                <a:latin typeface="Rubik Light"/>
                <a:ea typeface="Rubik Light"/>
                <a:cs typeface="Rubik Light"/>
                <a:sym typeface="Rubik Light"/>
              </a:rPr>
              <a:t>.</a:t>
            </a:r>
            <a:endParaRPr sz="1500">
              <a:solidFill>
                <a:schemeClr val="lt1"/>
              </a:solidFill>
              <a:latin typeface="Rubik Light"/>
              <a:ea typeface="Rubik Light"/>
              <a:cs typeface="Rubik Light"/>
              <a:sym typeface="Rubik Light"/>
            </a:endParaRPr>
          </a:p>
          <a:p>
            <a:pPr indent="0" lvl="0" marL="0" rtl="0" algn="l">
              <a:spcBef>
                <a:spcPts val="0"/>
              </a:spcBef>
              <a:spcAft>
                <a:spcPts val="0"/>
              </a:spcAft>
              <a:buNone/>
            </a:pPr>
            <a:r>
              <a:t/>
            </a:r>
            <a:endParaRPr sz="1500">
              <a:solidFill>
                <a:schemeClr val="lt1"/>
              </a:solidFill>
              <a:latin typeface="Rubik Light"/>
              <a:ea typeface="Rubik Light"/>
              <a:cs typeface="Rubik Light"/>
              <a:sym typeface="Rubik Light"/>
            </a:endParaRPr>
          </a:p>
          <a:p>
            <a:pPr indent="0" lvl="0" marL="0" rtl="0" algn="ctr">
              <a:spcBef>
                <a:spcPts val="0"/>
              </a:spcBef>
              <a:spcAft>
                <a:spcPts val="0"/>
              </a:spcAft>
              <a:buNone/>
            </a:pPr>
            <a:r>
              <a:rPr lang="en-GB" sz="2000">
                <a:solidFill>
                  <a:schemeClr val="lt1"/>
                </a:solidFill>
                <a:latin typeface="Times New Roman"/>
                <a:ea typeface="Times New Roman"/>
                <a:cs typeface="Times New Roman"/>
                <a:sym typeface="Times New Roman"/>
              </a:rPr>
              <a:t>“ Stop crying, you're </a:t>
            </a:r>
            <a:r>
              <a:rPr i="1" lang="en-GB" sz="2000">
                <a:solidFill>
                  <a:schemeClr val="lt1"/>
                </a:solidFill>
                <a:latin typeface="Times New Roman"/>
                <a:ea typeface="Times New Roman"/>
                <a:cs typeface="Times New Roman"/>
                <a:sym typeface="Times New Roman"/>
              </a:rPr>
              <a:t>acting</a:t>
            </a:r>
            <a:r>
              <a:rPr lang="en-GB" sz="2000">
                <a:solidFill>
                  <a:schemeClr val="lt1"/>
                </a:solidFill>
                <a:latin typeface="Times New Roman"/>
                <a:ea typeface="Times New Roman"/>
                <a:cs typeface="Times New Roman"/>
                <a:sym typeface="Times New Roman"/>
              </a:rPr>
              <a:t> like a girl, </a:t>
            </a:r>
            <a:r>
              <a:rPr i="1" lang="en-GB" sz="2000">
                <a:solidFill>
                  <a:schemeClr val="lt1"/>
                </a:solidFill>
                <a:latin typeface="Times New Roman"/>
                <a:ea typeface="Times New Roman"/>
                <a:cs typeface="Times New Roman"/>
                <a:sym typeface="Times New Roman"/>
              </a:rPr>
              <a:t>man up </a:t>
            </a:r>
            <a:r>
              <a:rPr lang="en-GB" sz="2000">
                <a:solidFill>
                  <a:schemeClr val="lt1"/>
                </a:solidFill>
                <a:latin typeface="Times New Roman"/>
                <a:ea typeface="Times New Roman"/>
                <a:cs typeface="Times New Roman"/>
                <a:sym typeface="Times New Roman"/>
              </a:rPr>
              <a:t>”</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83F04"/>
        </a:solidFill>
      </p:bgPr>
    </p:bg>
    <p:spTree>
      <p:nvGrpSpPr>
        <p:cNvPr id="303" name="Shape 303"/>
        <p:cNvGrpSpPr/>
        <p:nvPr/>
      </p:nvGrpSpPr>
      <p:grpSpPr>
        <a:xfrm>
          <a:off x="0" y="0"/>
          <a:ext cx="0" cy="0"/>
          <a:chOff x="0" y="0"/>
          <a:chExt cx="0" cy="0"/>
        </a:xfrm>
      </p:grpSpPr>
      <p:pic>
        <p:nvPicPr>
          <p:cNvPr id="304" name="Google Shape;304;p48"/>
          <p:cNvPicPr preferRelativeResize="0"/>
          <p:nvPr/>
        </p:nvPicPr>
        <p:blipFill rotWithShape="1">
          <a:blip r:embed="rId3">
            <a:alphaModFix amt="60000"/>
          </a:blip>
          <a:srcRect b="0" l="4335" r="14025" t="0"/>
          <a:stretch/>
        </p:blipFill>
        <p:spPr>
          <a:xfrm>
            <a:off x="395588" y="222512"/>
            <a:ext cx="8352825" cy="4698475"/>
          </a:xfrm>
          <a:prstGeom prst="rect">
            <a:avLst/>
          </a:prstGeom>
          <a:noFill/>
          <a:ln>
            <a:noFill/>
          </a:ln>
        </p:spPr>
      </p:pic>
      <p:pic>
        <p:nvPicPr>
          <p:cNvPr id="305" name="Google Shape;305;p48"/>
          <p:cNvPicPr preferRelativeResize="0"/>
          <p:nvPr/>
        </p:nvPicPr>
        <p:blipFill>
          <a:blip r:embed="rId4">
            <a:alphaModFix amt="30000"/>
          </a:blip>
          <a:stretch>
            <a:fillRect/>
          </a:stretch>
        </p:blipFill>
        <p:spPr>
          <a:xfrm rot="5400000">
            <a:off x="2000887" y="-1999237"/>
            <a:ext cx="5142250" cy="9141975"/>
          </a:xfrm>
          <a:prstGeom prst="rect">
            <a:avLst/>
          </a:prstGeom>
          <a:noFill/>
          <a:ln>
            <a:noFill/>
          </a:ln>
        </p:spPr>
      </p:pic>
      <p:pic>
        <p:nvPicPr>
          <p:cNvPr id="306" name="Google Shape;306;p48"/>
          <p:cNvPicPr preferRelativeResize="0"/>
          <p:nvPr/>
        </p:nvPicPr>
        <p:blipFill>
          <a:blip r:embed="rId5">
            <a:alphaModFix amt="72000"/>
          </a:blip>
          <a:stretch>
            <a:fillRect/>
          </a:stretch>
        </p:blipFill>
        <p:spPr>
          <a:xfrm>
            <a:off x="4558113" y="819975"/>
            <a:ext cx="4480177" cy="3503550"/>
          </a:xfrm>
          <a:prstGeom prst="rect">
            <a:avLst/>
          </a:prstGeom>
          <a:noFill/>
          <a:ln>
            <a:noFill/>
          </a:ln>
        </p:spPr>
      </p:pic>
      <p:sp>
        <p:nvSpPr>
          <p:cNvPr id="307" name="Google Shape;307;p48"/>
          <p:cNvSpPr txBox="1"/>
          <p:nvPr/>
        </p:nvSpPr>
        <p:spPr>
          <a:xfrm>
            <a:off x="4847612" y="1271400"/>
            <a:ext cx="3901200" cy="260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accent6"/>
                </a:solidFill>
                <a:latin typeface="Times New Roman"/>
                <a:ea typeface="Times New Roman"/>
                <a:cs typeface="Times New Roman"/>
                <a:sym typeface="Times New Roman"/>
              </a:rPr>
              <a:t>“</a:t>
            </a:r>
            <a:endParaRPr sz="2000">
              <a:solidFill>
                <a:schemeClr val="accent6"/>
              </a:solidFill>
              <a:latin typeface="Times New Roman"/>
              <a:ea typeface="Times New Roman"/>
              <a:cs typeface="Times New Roman"/>
              <a:sym typeface="Times New Roman"/>
            </a:endParaRPr>
          </a:p>
          <a:p>
            <a:pPr indent="0" lvl="0" marL="0" rtl="0" algn="ctr">
              <a:spcBef>
                <a:spcPts val="0"/>
              </a:spcBef>
              <a:spcAft>
                <a:spcPts val="0"/>
              </a:spcAft>
              <a:buNone/>
            </a:pPr>
            <a:r>
              <a:rPr lang="en-GB" sz="2000">
                <a:solidFill>
                  <a:schemeClr val="accent6"/>
                </a:solidFill>
                <a:latin typeface="Times New Roman"/>
                <a:ea typeface="Times New Roman"/>
                <a:cs typeface="Times New Roman"/>
                <a:sym typeface="Times New Roman"/>
              </a:rPr>
              <a:t>It is not the feeling of hatred that necessitates violence; </a:t>
            </a:r>
            <a:r>
              <a:rPr lang="en-GB" sz="2000">
                <a:solidFill>
                  <a:srgbClr val="FFC800"/>
                </a:solidFill>
                <a:latin typeface="Times New Roman"/>
                <a:ea typeface="Times New Roman"/>
                <a:cs typeface="Times New Roman"/>
                <a:sym typeface="Times New Roman"/>
              </a:rPr>
              <a:t>it is the unacknowledged suppression of hatred that leads to destructive actions </a:t>
            </a:r>
            <a:endParaRPr sz="2000">
              <a:solidFill>
                <a:srgbClr val="FFC800"/>
              </a:solidFill>
              <a:latin typeface="Times New Roman"/>
              <a:ea typeface="Times New Roman"/>
              <a:cs typeface="Times New Roman"/>
              <a:sym typeface="Times New Roman"/>
            </a:endParaRPr>
          </a:p>
          <a:p>
            <a:pPr indent="0" lvl="0" marL="0" rtl="0" algn="ctr">
              <a:spcBef>
                <a:spcPts val="0"/>
              </a:spcBef>
              <a:spcAft>
                <a:spcPts val="0"/>
              </a:spcAft>
              <a:buNone/>
            </a:pPr>
            <a:r>
              <a:rPr lang="en-GB" sz="2000">
                <a:solidFill>
                  <a:schemeClr val="accent6"/>
                </a:solidFill>
                <a:latin typeface="Times New Roman"/>
                <a:ea typeface="Times New Roman"/>
                <a:cs typeface="Times New Roman"/>
                <a:sym typeface="Times New Roman"/>
              </a:rPr>
              <a:t>”</a:t>
            </a:r>
            <a:endParaRPr sz="2000">
              <a:solidFill>
                <a:schemeClr val="accent6"/>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4E13"/>
        </a:solidFill>
      </p:bgPr>
    </p:bg>
    <p:spTree>
      <p:nvGrpSpPr>
        <p:cNvPr id="311" name="Shape 311"/>
        <p:cNvGrpSpPr/>
        <p:nvPr/>
      </p:nvGrpSpPr>
      <p:grpSpPr>
        <a:xfrm>
          <a:off x="0" y="0"/>
          <a:ext cx="0" cy="0"/>
          <a:chOff x="0" y="0"/>
          <a:chExt cx="0" cy="0"/>
        </a:xfrm>
      </p:grpSpPr>
      <p:pic>
        <p:nvPicPr>
          <p:cNvPr id="312" name="Google Shape;312;p49"/>
          <p:cNvPicPr preferRelativeResize="0"/>
          <p:nvPr/>
        </p:nvPicPr>
        <p:blipFill>
          <a:blip r:embed="rId3">
            <a:alphaModFix amt="41000"/>
          </a:blip>
          <a:stretch>
            <a:fillRect/>
          </a:stretch>
        </p:blipFill>
        <p:spPr>
          <a:xfrm>
            <a:off x="880013" y="390450"/>
            <a:ext cx="7383977" cy="4362601"/>
          </a:xfrm>
          <a:prstGeom prst="rect">
            <a:avLst/>
          </a:prstGeom>
          <a:noFill/>
          <a:ln>
            <a:noFill/>
          </a:ln>
        </p:spPr>
      </p:pic>
      <p:pic>
        <p:nvPicPr>
          <p:cNvPr id="313" name="Google Shape;313;p49"/>
          <p:cNvPicPr preferRelativeResize="0"/>
          <p:nvPr/>
        </p:nvPicPr>
        <p:blipFill>
          <a:blip r:embed="rId4">
            <a:alphaModFix amt="30000"/>
          </a:blip>
          <a:stretch>
            <a:fillRect/>
          </a:stretch>
        </p:blipFill>
        <p:spPr>
          <a:xfrm rot="5400000">
            <a:off x="2000887" y="-1999237"/>
            <a:ext cx="5142250" cy="9141975"/>
          </a:xfrm>
          <a:prstGeom prst="rect">
            <a:avLst/>
          </a:prstGeom>
          <a:noFill/>
          <a:ln>
            <a:noFill/>
          </a:ln>
        </p:spPr>
      </p:pic>
      <p:pic>
        <p:nvPicPr>
          <p:cNvPr id="314" name="Google Shape;314;p49"/>
          <p:cNvPicPr preferRelativeResize="0"/>
          <p:nvPr/>
        </p:nvPicPr>
        <p:blipFill>
          <a:blip r:embed="rId5">
            <a:alphaModFix amt="23000"/>
          </a:blip>
          <a:stretch>
            <a:fillRect/>
          </a:stretch>
        </p:blipFill>
        <p:spPr>
          <a:xfrm>
            <a:off x="1650250" y="818700"/>
            <a:ext cx="5843498" cy="3506099"/>
          </a:xfrm>
          <a:prstGeom prst="rect">
            <a:avLst/>
          </a:prstGeom>
          <a:noFill/>
          <a:ln>
            <a:noFill/>
          </a:ln>
        </p:spPr>
      </p:pic>
      <p:sp>
        <p:nvSpPr>
          <p:cNvPr id="315" name="Google Shape;315;p49"/>
          <p:cNvSpPr txBox="1"/>
          <p:nvPr/>
        </p:nvSpPr>
        <p:spPr>
          <a:xfrm>
            <a:off x="1650300" y="818700"/>
            <a:ext cx="5843400" cy="35061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Rubik Light"/>
                <a:ea typeface="Rubik Light"/>
                <a:cs typeface="Rubik Light"/>
                <a:sym typeface="Rubik Light"/>
              </a:rPr>
              <a:t>As actors of our own destiny, emotions are the script. In this way, human emotions relate deeply to life's grand drama. Anxiety and uncertainty, inherent elements of this cosmic performance, are not flaws but rather indicators of the play's success. It is like an enraptured audience member lost in the plot of a movie. The more reeled in you are the more they have succeeded as artists.</a:t>
            </a:r>
            <a:endParaRPr sz="1500">
              <a:solidFill>
                <a:schemeClr val="lt1"/>
              </a:solidFill>
              <a:latin typeface="Rubik Light"/>
              <a:ea typeface="Rubik Light"/>
              <a:cs typeface="Rubik Light"/>
              <a:sym typeface="Rubik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4587"/>
        </a:solidFill>
      </p:bgPr>
    </p:bg>
    <p:spTree>
      <p:nvGrpSpPr>
        <p:cNvPr id="319" name="Shape 319"/>
        <p:cNvGrpSpPr/>
        <p:nvPr/>
      </p:nvGrpSpPr>
      <p:grpSpPr>
        <a:xfrm>
          <a:off x="0" y="0"/>
          <a:ext cx="0" cy="0"/>
          <a:chOff x="0" y="0"/>
          <a:chExt cx="0" cy="0"/>
        </a:xfrm>
      </p:grpSpPr>
      <p:grpSp>
        <p:nvGrpSpPr>
          <p:cNvPr id="320" name="Google Shape;320;p50"/>
          <p:cNvGrpSpPr/>
          <p:nvPr/>
        </p:nvGrpSpPr>
        <p:grpSpPr>
          <a:xfrm>
            <a:off x="1382025" y="464698"/>
            <a:ext cx="6379953" cy="4214112"/>
            <a:chOff x="1382025" y="464698"/>
            <a:chExt cx="6379953" cy="4214112"/>
          </a:xfrm>
        </p:grpSpPr>
        <p:grpSp>
          <p:nvGrpSpPr>
            <p:cNvPr id="321" name="Google Shape;321;p50"/>
            <p:cNvGrpSpPr/>
            <p:nvPr/>
          </p:nvGrpSpPr>
          <p:grpSpPr>
            <a:xfrm>
              <a:off x="2391150" y="464708"/>
              <a:ext cx="4361689" cy="4214101"/>
              <a:chOff x="2000250" y="177375"/>
              <a:chExt cx="5143501" cy="4788751"/>
            </a:xfrm>
          </p:grpSpPr>
          <p:pic>
            <p:nvPicPr>
              <p:cNvPr id="322" name="Google Shape;322;p50"/>
              <p:cNvPicPr preferRelativeResize="0"/>
              <p:nvPr/>
            </p:nvPicPr>
            <p:blipFill rotWithShape="1">
              <a:blip r:embed="rId3">
                <a:alphaModFix amt="40000"/>
              </a:blip>
              <a:srcRect b="6898" l="0" r="0" t="0"/>
              <a:stretch/>
            </p:blipFill>
            <p:spPr>
              <a:xfrm>
                <a:off x="2000250" y="177375"/>
                <a:ext cx="5143501" cy="4788751"/>
              </a:xfrm>
              <a:prstGeom prst="rect">
                <a:avLst/>
              </a:prstGeom>
              <a:noFill/>
              <a:ln>
                <a:noFill/>
              </a:ln>
            </p:spPr>
          </p:pic>
          <p:pic>
            <p:nvPicPr>
              <p:cNvPr id="323" name="Google Shape;323;p50"/>
              <p:cNvPicPr preferRelativeResize="0"/>
              <p:nvPr/>
            </p:nvPicPr>
            <p:blipFill>
              <a:blip r:embed="rId4">
                <a:alphaModFix/>
              </a:blip>
              <a:stretch>
                <a:fillRect/>
              </a:stretch>
            </p:blipFill>
            <p:spPr>
              <a:xfrm>
                <a:off x="2000250" y="4148450"/>
                <a:ext cx="806625" cy="817675"/>
              </a:xfrm>
              <a:prstGeom prst="rect">
                <a:avLst/>
              </a:prstGeom>
              <a:noFill/>
              <a:ln>
                <a:noFill/>
              </a:ln>
            </p:spPr>
          </p:pic>
        </p:grpSp>
        <p:pic>
          <p:nvPicPr>
            <p:cNvPr id="324" name="Google Shape;324;p50"/>
            <p:cNvPicPr preferRelativeResize="0"/>
            <p:nvPr/>
          </p:nvPicPr>
          <p:blipFill>
            <a:blip r:embed="rId4">
              <a:alphaModFix/>
            </a:blip>
            <a:stretch>
              <a:fillRect/>
            </a:stretch>
          </p:blipFill>
          <p:spPr>
            <a:xfrm>
              <a:off x="1382028" y="464698"/>
              <a:ext cx="1009125" cy="1061550"/>
            </a:xfrm>
            <a:prstGeom prst="rect">
              <a:avLst/>
            </a:prstGeom>
            <a:noFill/>
            <a:ln>
              <a:noFill/>
            </a:ln>
          </p:spPr>
        </p:pic>
        <p:pic>
          <p:nvPicPr>
            <p:cNvPr id="325" name="Google Shape;325;p50"/>
            <p:cNvPicPr preferRelativeResize="0"/>
            <p:nvPr/>
          </p:nvPicPr>
          <p:blipFill>
            <a:blip r:embed="rId4">
              <a:alphaModFix/>
            </a:blip>
            <a:stretch>
              <a:fillRect/>
            </a:stretch>
          </p:blipFill>
          <p:spPr>
            <a:xfrm>
              <a:off x="1382028" y="1526248"/>
              <a:ext cx="1009125" cy="1061550"/>
            </a:xfrm>
            <a:prstGeom prst="rect">
              <a:avLst/>
            </a:prstGeom>
            <a:noFill/>
            <a:ln>
              <a:noFill/>
            </a:ln>
          </p:spPr>
        </p:pic>
        <p:pic>
          <p:nvPicPr>
            <p:cNvPr id="326" name="Google Shape;326;p50"/>
            <p:cNvPicPr preferRelativeResize="0"/>
            <p:nvPr/>
          </p:nvPicPr>
          <p:blipFill>
            <a:blip r:embed="rId4">
              <a:alphaModFix/>
            </a:blip>
            <a:stretch>
              <a:fillRect/>
            </a:stretch>
          </p:blipFill>
          <p:spPr>
            <a:xfrm>
              <a:off x="1382028" y="2511598"/>
              <a:ext cx="1009125" cy="1061550"/>
            </a:xfrm>
            <a:prstGeom prst="rect">
              <a:avLst/>
            </a:prstGeom>
            <a:noFill/>
            <a:ln>
              <a:noFill/>
            </a:ln>
          </p:spPr>
        </p:pic>
        <p:pic>
          <p:nvPicPr>
            <p:cNvPr id="327" name="Google Shape;327;p50"/>
            <p:cNvPicPr preferRelativeResize="0"/>
            <p:nvPr/>
          </p:nvPicPr>
          <p:blipFill>
            <a:blip r:embed="rId4">
              <a:alphaModFix/>
            </a:blip>
            <a:stretch>
              <a:fillRect/>
            </a:stretch>
          </p:blipFill>
          <p:spPr>
            <a:xfrm>
              <a:off x="1382025" y="3573150"/>
              <a:ext cx="1009125" cy="1105650"/>
            </a:xfrm>
            <a:prstGeom prst="rect">
              <a:avLst/>
            </a:prstGeom>
            <a:noFill/>
            <a:ln>
              <a:noFill/>
            </a:ln>
          </p:spPr>
        </p:pic>
        <p:pic>
          <p:nvPicPr>
            <p:cNvPr id="328" name="Google Shape;328;p50"/>
            <p:cNvPicPr preferRelativeResize="0"/>
            <p:nvPr/>
          </p:nvPicPr>
          <p:blipFill>
            <a:blip r:embed="rId4">
              <a:alphaModFix/>
            </a:blip>
            <a:stretch>
              <a:fillRect/>
            </a:stretch>
          </p:blipFill>
          <p:spPr>
            <a:xfrm>
              <a:off x="6752853" y="464698"/>
              <a:ext cx="1009125" cy="1061550"/>
            </a:xfrm>
            <a:prstGeom prst="rect">
              <a:avLst/>
            </a:prstGeom>
            <a:noFill/>
            <a:ln>
              <a:noFill/>
            </a:ln>
          </p:spPr>
        </p:pic>
        <p:pic>
          <p:nvPicPr>
            <p:cNvPr id="329" name="Google Shape;329;p50"/>
            <p:cNvPicPr preferRelativeResize="0"/>
            <p:nvPr/>
          </p:nvPicPr>
          <p:blipFill>
            <a:blip r:embed="rId4">
              <a:alphaModFix/>
            </a:blip>
            <a:stretch>
              <a:fillRect/>
            </a:stretch>
          </p:blipFill>
          <p:spPr>
            <a:xfrm>
              <a:off x="6752853" y="1526248"/>
              <a:ext cx="1009125" cy="1061550"/>
            </a:xfrm>
            <a:prstGeom prst="rect">
              <a:avLst/>
            </a:prstGeom>
            <a:noFill/>
            <a:ln>
              <a:noFill/>
            </a:ln>
          </p:spPr>
        </p:pic>
        <p:pic>
          <p:nvPicPr>
            <p:cNvPr id="330" name="Google Shape;330;p50"/>
            <p:cNvPicPr preferRelativeResize="0"/>
            <p:nvPr/>
          </p:nvPicPr>
          <p:blipFill>
            <a:blip r:embed="rId4">
              <a:alphaModFix/>
            </a:blip>
            <a:stretch>
              <a:fillRect/>
            </a:stretch>
          </p:blipFill>
          <p:spPr>
            <a:xfrm>
              <a:off x="6752853" y="2511598"/>
              <a:ext cx="1009125" cy="1061550"/>
            </a:xfrm>
            <a:prstGeom prst="rect">
              <a:avLst/>
            </a:prstGeom>
            <a:noFill/>
            <a:ln>
              <a:noFill/>
            </a:ln>
          </p:spPr>
        </p:pic>
        <p:pic>
          <p:nvPicPr>
            <p:cNvPr id="331" name="Google Shape;331;p50"/>
            <p:cNvPicPr preferRelativeResize="0"/>
            <p:nvPr/>
          </p:nvPicPr>
          <p:blipFill>
            <a:blip r:embed="rId4">
              <a:alphaModFix/>
            </a:blip>
            <a:stretch>
              <a:fillRect/>
            </a:stretch>
          </p:blipFill>
          <p:spPr>
            <a:xfrm>
              <a:off x="6752850" y="3573150"/>
              <a:ext cx="1009125" cy="1105650"/>
            </a:xfrm>
            <a:prstGeom prst="rect">
              <a:avLst/>
            </a:prstGeom>
            <a:noFill/>
            <a:ln>
              <a:noFill/>
            </a:ln>
          </p:spPr>
        </p:pic>
      </p:grpSp>
      <p:pic>
        <p:nvPicPr>
          <p:cNvPr id="332" name="Google Shape;332;p50"/>
          <p:cNvPicPr preferRelativeResize="0"/>
          <p:nvPr/>
        </p:nvPicPr>
        <p:blipFill>
          <a:blip r:embed="rId5">
            <a:alphaModFix amt="13000"/>
          </a:blip>
          <a:stretch>
            <a:fillRect/>
          </a:stretch>
        </p:blipFill>
        <p:spPr>
          <a:xfrm>
            <a:off x="1382025" y="464700"/>
            <a:ext cx="6379951" cy="4214099"/>
          </a:xfrm>
          <a:prstGeom prst="rect">
            <a:avLst/>
          </a:prstGeom>
          <a:noFill/>
          <a:ln>
            <a:noFill/>
          </a:ln>
        </p:spPr>
      </p:pic>
      <p:pic>
        <p:nvPicPr>
          <p:cNvPr id="333" name="Google Shape;333;p50"/>
          <p:cNvPicPr preferRelativeResize="0"/>
          <p:nvPr/>
        </p:nvPicPr>
        <p:blipFill>
          <a:blip r:embed="rId6">
            <a:alphaModFix amt="30000"/>
          </a:blip>
          <a:stretch>
            <a:fillRect/>
          </a:stretch>
        </p:blipFill>
        <p:spPr>
          <a:xfrm rot="5400000">
            <a:off x="2000887" y="-1999237"/>
            <a:ext cx="5142250" cy="9141975"/>
          </a:xfrm>
          <a:prstGeom prst="rect">
            <a:avLst/>
          </a:prstGeom>
          <a:noFill/>
          <a:ln>
            <a:noFill/>
          </a:ln>
        </p:spPr>
      </p:pic>
      <p:sp>
        <p:nvSpPr>
          <p:cNvPr id="334" name="Google Shape;334;p50"/>
          <p:cNvSpPr txBox="1"/>
          <p:nvPr/>
        </p:nvSpPr>
        <p:spPr>
          <a:xfrm>
            <a:off x="1085700" y="250500"/>
            <a:ext cx="6972600" cy="46425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solidFill>
                <a:schemeClr val="lt1"/>
              </a:solidFill>
              <a:latin typeface="Rubik Light"/>
              <a:ea typeface="Rubik Light"/>
              <a:cs typeface="Rubik Light"/>
              <a:sym typeface="Rubik Light"/>
            </a:endParaRPr>
          </a:p>
        </p:txBody>
      </p:sp>
      <p:sp>
        <p:nvSpPr>
          <p:cNvPr id="335" name="Google Shape;335;p50"/>
          <p:cNvSpPr txBox="1"/>
          <p:nvPr/>
        </p:nvSpPr>
        <p:spPr>
          <a:xfrm>
            <a:off x="1381950" y="464700"/>
            <a:ext cx="6380100" cy="421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Rubik Light"/>
                <a:ea typeface="Rubik Light"/>
                <a:cs typeface="Rubik Light"/>
                <a:sym typeface="Rubik Light"/>
              </a:rPr>
              <a:t>The Hindu </a:t>
            </a:r>
            <a:r>
              <a:rPr lang="en-GB" sz="1500">
                <a:solidFill>
                  <a:schemeClr val="lt1"/>
                </a:solidFill>
                <a:latin typeface="Rubik Light"/>
                <a:ea typeface="Rubik Light"/>
                <a:cs typeface="Rubik Light"/>
                <a:sym typeface="Rubik Light"/>
              </a:rPr>
              <a:t>philosophy</a:t>
            </a:r>
            <a:r>
              <a:rPr lang="en-GB" sz="1500">
                <a:solidFill>
                  <a:schemeClr val="lt1"/>
                </a:solidFill>
                <a:latin typeface="Rubik Light"/>
                <a:ea typeface="Rubik Light"/>
                <a:cs typeface="Rubik Light"/>
                <a:sym typeface="Rubik Light"/>
              </a:rPr>
              <a:t> of </a:t>
            </a:r>
            <a:r>
              <a:rPr lang="en-GB" sz="1500">
                <a:solidFill>
                  <a:schemeClr val="lt1"/>
                </a:solidFill>
                <a:latin typeface="Rubik"/>
                <a:ea typeface="Rubik"/>
                <a:cs typeface="Rubik"/>
                <a:sym typeface="Rubik"/>
              </a:rPr>
              <a:t>Māyā</a:t>
            </a:r>
            <a:r>
              <a:rPr lang="en-GB" sz="1500">
                <a:solidFill>
                  <a:schemeClr val="lt1"/>
                </a:solidFill>
                <a:latin typeface="Rubik Light"/>
                <a:ea typeface="Rubik Light"/>
                <a:cs typeface="Rubik Light"/>
                <a:sym typeface="Rubik Light"/>
              </a:rPr>
              <a:t> </a:t>
            </a:r>
            <a:r>
              <a:rPr lang="en-GB" sz="1500">
                <a:solidFill>
                  <a:schemeClr val="lt1"/>
                </a:solidFill>
                <a:latin typeface="Rubik Light"/>
                <a:ea typeface="Rubik Light"/>
                <a:cs typeface="Rubik Light"/>
                <a:sym typeface="Rubik Light"/>
              </a:rPr>
              <a:t>is a concept intricately connected to attachment in the Bhagavad Gita. </a:t>
            </a:r>
            <a:endParaRPr sz="1500">
              <a:solidFill>
                <a:schemeClr val="lt1"/>
              </a:solidFill>
              <a:latin typeface="Rubik Light"/>
              <a:ea typeface="Rubik Light"/>
              <a:cs typeface="Rubik Light"/>
              <a:sym typeface="Rubik Light"/>
            </a:endParaRPr>
          </a:p>
          <a:p>
            <a:pPr indent="0" lvl="0" marL="0" rtl="0" algn="ctr">
              <a:spcBef>
                <a:spcPts val="0"/>
              </a:spcBef>
              <a:spcAft>
                <a:spcPts val="0"/>
              </a:spcAft>
              <a:buNone/>
            </a:pPr>
            <a:r>
              <a:rPr lang="en-GB" sz="1500">
                <a:solidFill>
                  <a:schemeClr val="lt1"/>
                </a:solidFill>
                <a:latin typeface="Rubik"/>
                <a:ea typeface="Rubik"/>
                <a:cs typeface="Rubik"/>
                <a:sym typeface="Rubik"/>
              </a:rPr>
              <a:t>Māyā</a:t>
            </a:r>
            <a:r>
              <a:rPr lang="en-GB" sz="1500">
                <a:solidFill>
                  <a:schemeClr val="lt1"/>
                </a:solidFill>
                <a:latin typeface="Rubik Light"/>
                <a:ea typeface="Rubik Light"/>
                <a:cs typeface="Rubik Light"/>
                <a:sym typeface="Rubik Light"/>
              </a:rPr>
              <a:t> refers to the deceptive nature of the material world, which makes us perceive things differently from their true essence.</a:t>
            </a:r>
            <a:endParaRPr sz="1500">
              <a:solidFill>
                <a:schemeClr val="lt1"/>
              </a:solidFill>
              <a:latin typeface="Rubik Light"/>
              <a:ea typeface="Rubik Light"/>
              <a:cs typeface="Rubik Light"/>
              <a:sym typeface="Rubik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339" name="Shape 339"/>
        <p:cNvGrpSpPr/>
        <p:nvPr/>
      </p:nvGrpSpPr>
      <p:grpSpPr>
        <a:xfrm>
          <a:off x="0" y="0"/>
          <a:ext cx="0" cy="0"/>
          <a:chOff x="0" y="0"/>
          <a:chExt cx="0" cy="0"/>
        </a:xfrm>
      </p:grpSpPr>
      <p:pic>
        <p:nvPicPr>
          <p:cNvPr id="340" name="Google Shape;340;p51"/>
          <p:cNvPicPr preferRelativeResize="0"/>
          <p:nvPr/>
        </p:nvPicPr>
        <p:blipFill>
          <a:blip r:embed="rId3">
            <a:alphaModFix amt="23000"/>
          </a:blip>
          <a:stretch>
            <a:fillRect/>
          </a:stretch>
        </p:blipFill>
        <p:spPr>
          <a:xfrm>
            <a:off x="1188175" y="716400"/>
            <a:ext cx="6767702" cy="3710701"/>
          </a:xfrm>
          <a:prstGeom prst="rect">
            <a:avLst/>
          </a:prstGeom>
          <a:noFill/>
          <a:ln>
            <a:noFill/>
          </a:ln>
        </p:spPr>
      </p:pic>
      <p:pic>
        <p:nvPicPr>
          <p:cNvPr id="341" name="Google Shape;341;p51"/>
          <p:cNvPicPr preferRelativeResize="0"/>
          <p:nvPr/>
        </p:nvPicPr>
        <p:blipFill>
          <a:blip r:embed="rId4">
            <a:alphaModFix amt="30000"/>
          </a:blip>
          <a:stretch>
            <a:fillRect/>
          </a:stretch>
        </p:blipFill>
        <p:spPr>
          <a:xfrm rot="5400000">
            <a:off x="2000887" y="-1999237"/>
            <a:ext cx="5142250" cy="9141975"/>
          </a:xfrm>
          <a:prstGeom prst="rect">
            <a:avLst/>
          </a:prstGeom>
          <a:noFill/>
          <a:ln>
            <a:noFill/>
          </a:ln>
        </p:spPr>
      </p:pic>
      <p:sp>
        <p:nvSpPr>
          <p:cNvPr id="342" name="Google Shape;342;p51"/>
          <p:cNvSpPr txBox="1"/>
          <p:nvPr>
            <p:ph type="title"/>
          </p:nvPr>
        </p:nvSpPr>
        <p:spPr>
          <a:xfrm>
            <a:off x="1188163" y="716400"/>
            <a:ext cx="6767700" cy="37107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6000">
                <a:latin typeface="Rubik Black"/>
                <a:ea typeface="Rubik Black"/>
                <a:cs typeface="Rubik Black"/>
                <a:sym typeface="Rubik Black"/>
              </a:rPr>
              <a:t>THANK YOU!</a:t>
            </a:r>
            <a:endParaRPr sz="6000">
              <a:latin typeface="Rubik Black"/>
              <a:ea typeface="Rubik Black"/>
              <a:cs typeface="Rubik Black"/>
              <a:sym typeface="Rubik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6" name="Shape 346"/>
        <p:cNvGrpSpPr/>
        <p:nvPr/>
      </p:nvGrpSpPr>
      <p:grpSpPr>
        <a:xfrm>
          <a:off x="0" y="0"/>
          <a:ext cx="0" cy="0"/>
          <a:chOff x="0" y="0"/>
          <a:chExt cx="0" cy="0"/>
        </a:xfrm>
      </p:grpSpPr>
      <p:pic>
        <p:nvPicPr>
          <p:cNvPr id="347" name="Google Shape;347;p52"/>
          <p:cNvPicPr preferRelativeResize="0"/>
          <p:nvPr/>
        </p:nvPicPr>
        <p:blipFill>
          <a:blip r:embed="rId3">
            <a:alphaModFix amt="33000"/>
          </a:blip>
          <a:stretch>
            <a:fillRect/>
          </a:stretch>
        </p:blipFill>
        <p:spPr>
          <a:xfrm>
            <a:off x="579000" y="345150"/>
            <a:ext cx="7986001" cy="1281301"/>
          </a:xfrm>
          <a:prstGeom prst="rect">
            <a:avLst/>
          </a:prstGeom>
          <a:noFill/>
          <a:ln>
            <a:noFill/>
          </a:ln>
        </p:spPr>
      </p:pic>
      <p:pic>
        <p:nvPicPr>
          <p:cNvPr id="348" name="Google Shape;348;p52"/>
          <p:cNvPicPr preferRelativeResize="0"/>
          <p:nvPr/>
        </p:nvPicPr>
        <p:blipFill>
          <a:blip r:embed="rId4">
            <a:alphaModFix amt="30000"/>
          </a:blip>
          <a:stretch>
            <a:fillRect/>
          </a:stretch>
        </p:blipFill>
        <p:spPr>
          <a:xfrm rot="5400000">
            <a:off x="2000887" y="-1999237"/>
            <a:ext cx="5142250" cy="9141975"/>
          </a:xfrm>
          <a:prstGeom prst="rect">
            <a:avLst/>
          </a:prstGeom>
          <a:noFill/>
          <a:ln>
            <a:noFill/>
          </a:ln>
        </p:spPr>
      </p:pic>
      <p:sp>
        <p:nvSpPr>
          <p:cNvPr id="349" name="Google Shape;349;p52"/>
          <p:cNvSpPr txBox="1"/>
          <p:nvPr/>
        </p:nvSpPr>
        <p:spPr>
          <a:xfrm>
            <a:off x="579000" y="345138"/>
            <a:ext cx="7986000" cy="1281300"/>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500">
                <a:solidFill>
                  <a:schemeClr val="lt1"/>
                </a:solidFill>
                <a:latin typeface="Rubik"/>
                <a:ea typeface="Rubik"/>
                <a:cs typeface="Rubik"/>
                <a:sym typeface="Rubik"/>
              </a:rPr>
              <a:t>Research: </a:t>
            </a:r>
            <a:r>
              <a:rPr lang="en-GB" sz="1500">
                <a:solidFill>
                  <a:schemeClr val="lt1"/>
                </a:solidFill>
                <a:latin typeface="Rubik Light"/>
                <a:ea typeface="Rubik Light"/>
                <a:cs typeface="Rubik Light"/>
                <a:sym typeface="Rubik Light"/>
              </a:rPr>
              <a:t>Akash Adur, Diksha Kaushik, Emad Tariq ​</a:t>
            </a:r>
            <a:endParaRPr sz="1500">
              <a:solidFill>
                <a:schemeClr val="lt1"/>
              </a:solidFill>
              <a:latin typeface="Rubik Light"/>
              <a:ea typeface="Rubik Light"/>
              <a:cs typeface="Rubik Light"/>
              <a:sym typeface="Rubik Light"/>
            </a:endParaRPr>
          </a:p>
        </p:txBody>
      </p:sp>
      <p:sp>
        <p:nvSpPr>
          <p:cNvPr id="350" name="Google Shape;350;p52"/>
          <p:cNvSpPr txBox="1"/>
          <p:nvPr/>
        </p:nvSpPr>
        <p:spPr>
          <a:xfrm>
            <a:off x="579000" y="1931082"/>
            <a:ext cx="7986000" cy="1281300"/>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500">
                <a:solidFill>
                  <a:schemeClr val="lt1"/>
                </a:solidFill>
                <a:latin typeface="Rubik"/>
                <a:ea typeface="Rubik"/>
                <a:cs typeface="Rubik"/>
                <a:sym typeface="Rubik"/>
              </a:rPr>
              <a:t>Design: </a:t>
            </a:r>
            <a:r>
              <a:rPr lang="en-GB" sz="1500">
                <a:solidFill>
                  <a:schemeClr val="lt1"/>
                </a:solidFill>
                <a:latin typeface="Rubik Light"/>
                <a:ea typeface="Rubik Light"/>
                <a:cs typeface="Rubik Light"/>
                <a:sym typeface="Rubik Light"/>
              </a:rPr>
              <a:t>Aryan Khare, Dalvin Thomas, Dhairya Bhanderi​</a:t>
            </a:r>
            <a:endParaRPr sz="1500">
              <a:solidFill>
                <a:schemeClr val="lt1"/>
              </a:solidFill>
              <a:latin typeface="Rubik Light"/>
              <a:ea typeface="Rubik Light"/>
              <a:cs typeface="Rubik Light"/>
              <a:sym typeface="Rubik Light"/>
            </a:endParaRPr>
          </a:p>
        </p:txBody>
      </p:sp>
      <p:sp>
        <p:nvSpPr>
          <p:cNvPr id="351" name="Google Shape;351;p52"/>
          <p:cNvSpPr txBox="1"/>
          <p:nvPr/>
        </p:nvSpPr>
        <p:spPr>
          <a:xfrm>
            <a:off x="579000" y="3517050"/>
            <a:ext cx="7986000" cy="1281300"/>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500">
                <a:solidFill>
                  <a:schemeClr val="lt1"/>
                </a:solidFill>
                <a:latin typeface="Rubik"/>
                <a:ea typeface="Rubik"/>
                <a:cs typeface="Rubik"/>
                <a:sym typeface="Rubik"/>
              </a:rPr>
              <a:t>Presentation: </a:t>
            </a:r>
            <a:r>
              <a:rPr lang="en-GB" sz="1500">
                <a:solidFill>
                  <a:schemeClr val="lt1"/>
                </a:solidFill>
                <a:latin typeface="Rubik Light"/>
                <a:ea typeface="Rubik Light"/>
                <a:cs typeface="Rubik Light"/>
                <a:sym typeface="Rubik Light"/>
              </a:rPr>
              <a:t>Chitraksh Bhatia, Evani Menon​</a:t>
            </a:r>
            <a:endParaRPr sz="1500">
              <a:solidFill>
                <a:schemeClr val="lt1"/>
              </a:solidFill>
              <a:latin typeface="Rubik Light"/>
              <a:ea typeface="Rubik Light"/>
              <a:cs typeface="Rubik Light"/>
              <a:sym typeface="Rubik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Night by Slidesgo">
  <a:themeElements>
    <a:clrScheme name="Simple Light">
      <a:dk1>
        <a:srgbClr val="000000"/>
      </a:dk1>
      <a:lt1>
        <a:srgbClr val="FFFFFF"/>
      </a:lt1>
      <a:dk2>
        <a:srgbClr val="595959"/>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